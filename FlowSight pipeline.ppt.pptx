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sldIdLst>
    <p:sldId id="256" r:id="rId2"/>
    <p:sldId id="257" r:id="rId3"/>
    <p:sldId id="258" r:id="rId4"/>
    <p:sldId id="259" r:id="rId5"/>
    <p:sldId id="260" r:id="rId6"/>
  </p:sldIdLst>
  <p:sldSz cx="18288000" cy="10287000"/>
  <p:notesSz cx="6858000" cy="9144000"/>
  <p:embeddedFontLst>
    <p:embeddedFont>
      <p:font typeface="Canva Sans" panose="020B0604020202020204" charset="0"/>
      <p:regular r:id="rId7"/>
    </p:embeddedFont>
    <p:embeddedFont>
      <p:font typeface="Canva Sans Bold" panose="020B0604020202020204" charset="0"/>
      <p:regular r:id="rId8"/>
    </p:embeddedFont>
    <p:embeddedFont>
      <p:font typeface="Felix Titling" panose="04060505060202020A04" pitchFamily="82" charset="0"/>
      <p:regular r:id="rId9"/>
    </p:embeddedFont>
    <p:embeddedFont>
      <p:font typeface="Goudy Old Style" panose="02020502050305020303" pitchFamily="18" charset="0"/>
      <p:regular r:id="rId10"/>
      <p:bold r:id="rId11"/>
      <p:italic r:id="rId12"/>
    </p:embeddedFont>
    <p:embeddedFont>
      <p:font typeface="Inter" panose="020B0604020202020204" charset="0"/>
      <p:regular r:id="rId13"/>
    </p:embeddedFont>
    <p:embeddedFont>
      <p:font typeface="Inter Bold" panose="020B0604020202020204" charset="0"/>
      <p:regular r:id="rId14"/>
    </p:embeddedFont>
    <p:embeddedFont>
      <p:font typeface="Inter Medium" panose="020B0604020202020204" charset="0"/>
      <p:regular r:id="rId15"/>
    </p:embeddedFont>
    <p:embeddedFont>
      <p:font typeface="Lato" panose="020F0502020204030203" pitchFamily="34" charset="0"/>
      <p:regular r:id="rId16"/>
    </p:embeddedFont>
    <p:embeddedFont>
      <p:font typeface="Lato Bold" panose="020F0502020204030203"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50" d="100"/>
          <a:sy n="50" d="100"/>
        </p:scale>
        <p:origin x="946" y="39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font" Target="fonts/font7.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font" Target="fonts/font1.fntdata"/><Relationship Id="rId12" Type="http://schemas.openxmlformats.org/officeDocument/2006/relationships/font" Target="fonts/font6.fntdata"/><Relationship Id="rId17"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10.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font" Target="fonts/font9.fntdata"/><Relationship Id="rId10" Type="http://schemas.openxmlformats.org/officeDocument/2006/relationships/font" Target="fonts/font4.fntdata"/><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font" Target="fonts/font3.fntdata"/><Relationship Id="rId14" Type="http://schemas.openxmlformats.org/officeDocument/2006/relationships/font" Target="fonts/font8.fntdata"/></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EC014E-32E8-BC91-190E-85B3C74C9203}"/>
              </a:ext>
            </a:extLst>
          </p:cNvPr>
          <p:cNvSpPr>
            <a:spLocks noGrp="1"/>
          </p:cNvSpPr>
          <p:nvPr>
            <p:ph type="title"/>
          </p:nvPr>
        </p:nvSpPr>
        <p:spPr>
          <a:xfrm>
            <a:off x="10286998" y="1446113"/>
            <a:ext cx="6981446" cy="5609844"/>
          </a:xfrm>
        </p:spPr>
        <p:txBody>
          <a:body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0287000" y="7234263"/>
            <a:ext cx="6309360" cy="2071116"/>
          </a:xfrm>
        </p:spPr>
        <p:txBody>
          <a:bodyPr anchor="t" anchorCtr="0">
            <a:normAutofit/>
          </a:bodyPr>
          <a:lstStyle>
            <a:lvl1pPr marL="0" indent="0" algn="l">
              <a:buNone/>
              <a:defRPr sz="3000">
                <a:solidFill>
                  <a:schemeClr val="tx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endParaRPr lang="en-US"/>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1261872" y="1446111"/>
            <a:ext cx="8104920" cy="7888394"/>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noFill/>
          </a:ln>
        </p:spPr>
        <p:txBody>
          <a:bodyPr wrap="square">
            <a:noAutofit/>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EE117A08-C834-F239-A3DF-2D1295F0AE4C}"/>
              </a:ext>
            </a:extLst>
          </p:cNvPr>
          <p:cNvSpPr>
            <a:spLocks noGrp="1"/>
          </p:cNvSpPr>
          <p:nvPr>
            <p:ph type="dt" sz="half" idx="10"/>
          </p:nvPr>
        </p:nvSpPr>
        <p:spPr>
          <a:xfrm rot="5400000">
            <a:off x="15638972" y="7030643"/>
            <a:ext cx="4060035" cy="547688"/>
          </a:xfrm>
        </p:spPr>
        <p:txBody>
          <a:bodyPr/>
          <a:lstStyle/>
          <a:p>
            <a:fld id="{1D8BD707-D9CF-40AE-B4C6-C98DA3205C09}" type="datetimeFigureOut">
              <a:rPr lang="en-US" smtClean="0"/>
              <a:pPr/>
              <a:t>8/19/2026</a:t>
            </a:fld>
            <a:endParaRPr lang="en-US"/>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15120452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p:nvPr>
        </p:nvSpPr>
        <p:spPr>
          <a:xfrm>
            <a:off x="1097280" y="548640"/>
            <a:ext cx="16111728" cy="1698387"/>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97280" y="2488019"/>
            <a:ext cx="16171164" cy="7387500"/>
          </a:xfrm>
        </p:spPr>
        <p:txBody>
          <a:bodyPr>
            <a:normAutofit/>
          </a:bodyPr>
          <a:lstStyle>
            <a:lvl1pPr>
              <a:defRPr sz="2700">
                <a:solidFill>
                  <a:schemeClr val="tx1"/>
                </a:solidFill>
              </a:defRPr>
            </a:lvl1pPr>
            <a:lvl2pPr>
              <a:defRPr sz="2400">
                <a:solidFill>
                  <a:schemeClr val="tx1"/>
                </a:solidFill>
              </a:defRPr>
            </a:lvl2pPr>
            <a:lvl3pPr>
              <a:defRPr sz="2100">
                <a:solidFill>
                  <a:schemeClr val="tx1"/>
                </a:solidFill>
              </a:defRPr>
            </a:lvl3pPr>
            <a:lvl4pPr>
              <a:defRPr sz="1800">
                <a:solidFill>
                  <a:schemeClr val="tx1"/>
                </a:solidFill>
              </a:defRPr>
            </a:lvl4pPr>
            <a:lvl5pPr>
              <a:defRPr sz="1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D8BD707-D9CF-40AE-B4C6-C98DA3205C09}" type="datetimeFigureOut">
              <a:rPr lang="en-US" smtClean="0"/>
              <a:pPr/>
              <a:t>8/19/2026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556424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914400" y="7827048"/>
            <a:ext cx="16459200" cy="1179576"/>
          </a:xfrm>
        </p:spPr>
        <p:txBody>
          <a:bodyPr anchor="b">
            <a:normAutofit/>
          </a:bodyPr>
          <a:lstStyle>
            <a:lvl1pPr algn="ctr">
              <a:defRPr sz="66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914400" y="8958944"/>
            <a:ext cx="16459200" cy="720560"/>
          </a:xfrm>
        </p:spPr>
        <p:txBody>
          <a:bodyPr anchor="t">
            <a:normAutofit/>
          </a:bodyPr>
          <a:lstStyle>
            <a:lvl1pPr marL="0" indent="0" algn="ctr">
              <a:buNone/>
              <a:defRPr sz="3000">
                <a:solidFill>
                  <a:schemeClr val="tx1"/>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1" y="1"/>
            <a:ext cx="18287999" cy="7479638"/>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6" name="Footer Placeholder 5">
            <a:extLst>
              <a:ext uri="{FF2B5EF4-FFF2-40B4-BE49-F238E27FC236}">
                <a16:creationId xmlns:a16="http://schemas.microsoft.com/office/drawing/2014/main" id="{8C88BD73-E6AB-68A9-F41B-313E0C44777C}"/>
              </a:ext>
            </a:extLst>
          </p:cNvPr>
          <p:cNvSpPr>
            <a:spLocks noGrp="1"/>
          </p:cNvSpPr>
          <p:nvPr>
            <p:ph type="ftr" sz="quarter" idx="15"/>
          </p:nvPr>
        </p:nvSpPr>
        <p:spPr>
          <a:xfrm rot="16200000">
            <a:off x="-594179" y="8680787"/>
            <a:ext cx="2255166" cy="547688"/>
          </a:xfrm>
        </p:spPr>
        <p:txBody>
          <a:bodyPr/>
          <a:lstStyle/>
          <a:p>
            <a:endParaRPr lang="en-US"/>
          </a:p>
        </p:txBody>
      </p:sp>
      <p:sp>
        <p:nvSpPr>
          <p:cNvPr id="5" name="Date Placeholder 4">
            <a:extLst>
              <a:ext uri="{FF2B5EF4-FFF2-40B4-BE49-F238E27FC236}">
                <a16:creationId xmlns:a16="http://schemas.microsoft.com/office/drawing/2014/main" id="{BEAA6162-61A3-2C41-311C-F407FC4B4DA9}"/>
              </a:ext>
            </a:extLst>
          </p:cNvPr>
          <p:cNvSpPr>
            <a:spLocks noGrp="1"/>
          </p:cNvSpPr>
          <p:nvPr>
            <p:ph type="dt" sz="half" idx="14"/>
          </p:nvPr>
        </p:nvSpPr>
        <p:spPr/>
        <p:txBody>
          <a:bodyPr/>
          <a:lstStyle/>
          <a:p>
            <a:fld id="{1D8BD707-D9CF-40AE-B4C6-C98DA3205C09}" type="datetimeFigureOut">
              <a:rPr lang="en-US" smtClean="0"/>
              <a:pPr/>
              <a:t>8/19/2026</a:t>
            </a:fld>
            <a:endParaRPr lang="en-US"/>
          </a:p>
        </p:txBody>
      </p:sp>
      <p:cxnSp>
        <p:nvCxnSpPr>
          <p:cNvPr id="4" name="Straight Connector 3">
            <a:extLst>
              <a:ext uri="{FF2B5EF4-FFF2-40B4-BE49-F238E27FC236}">
                <a16:creationId xmlns:a16="http://schemas.microsoft.com/office/drawing/2014/main" id="{1DABF624-39B6-C7A2-98E7-26593626B429}"/>
              </a:ext>
              <a:ext uri="{C183D7F6-B498-43B3-948B-1728B52AA6E4}">
                <adec:decorative xmlns:adec="http://schemas.microsoft.com/office/drawing/2017/decorative" val="1"/>
              </a:ext>
            </a:extLst>
          </p:cNvPr>
          <p:cNvCxnSpPr>
            <a:cxnSpLocks/>
          </p:cNvCxnSpPr>
          <p:nvPr/>
        </p:nvCxnSpPr>
        <p:spPr>
          <a:xfrm flipH="1">
            <a:off x="6" y="7484910"/>
            <a:ext cx="1828799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BE6B102F-64E7-9387-1F8F-DB4AC825773A}"/>
              </a:ext>
            </a:extLst>
          </p:cNvPr>
          <p:cNvSpPr>
            <a:spLocks noGrp="1"/>
          </p:cNvSpPr>
          <p:nvPr>
            <p:ph type="sldNum" sz="quarter" idx="16"/>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337436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84C31D-CC85-27E5-FD9F-627C926D5A22}"/>
              </a:ext>
            </a:extLst>
          </p:cNvPr>
          <p:cNvSpPr>
            <a:spLocks noGrp="1"/>
          </p:cNvSpPr>
          <p:nvPr>
            <p:ph type="title"/>
          </p:nvPr>
        </p:nvSpPr>
        <p:spPr>
          <a:xfrm>
            <a:off x="1257301" y="3867913"/>
            <a:ext cx="11819003" cy="5388944"/>
          </a:xfrm>
        </p:spPr>
        <p:txBody>
          <a:bodyPr>
            <a:normAutofit/>
          </a:bodyPr>
          <a:lstStyle>
            <a:lvl1pPr>
              <a:defRPr sz="9000"/>
            </a:lvl1pPr>
          </a:lstStyle>
          <a:p>
            <a:r>
              <a:rPr lang="en-US"/>
              <a:t>Click to edit Master title style</a:t>
            </a:r>
          </a:p>
        </p:txBody>
      </p:sp>
      <p:cxnSp>
        <p:nvCxnSpPr>
          <p:cNvPr id="7" name="Straight Connector 6">
            <a:extLst>
              <a:ext uri="{FF2B5EF4-FFF2-40B4-BE49-F238E27FC236}">
                <a16:creationId xmlns:a16="http://schemas.microsoft.com/office/drawing/2014/main" id="{A10B934F-7AD0-6CA4-BC4D-9CC30854BF9C}"/>
              </a:ext>
              <a:ext uri="{C183D7F6-B498-43B3-948B-1728B52AA6E4}">
                <adec:decorative xmlns:adec="http://schemas.microsoft.com/office/drawing/2017/decorative" val="1"/>
              </a:ext>
            </a:extLst>
          </p:cNvPr>
          <p:cNvCxnSpPr>
            <a:cxnSpLocks/>
          </p:cNvCxnSpPr>
          <p:nvPr/>
        </p:nvCxnSpPr>
        <p:spPr>
          <a:xfrm flipH="1">
            <a:off x="6" y="2571750"/>
            <a:ext cx="1828799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FF6486-38AE-54F6-E2F3-8B944C3F1B94}"/>
              </a:ext>
            </a:extLst>
          </p:cNvPr>
          <p:cNvSpPr>
            <a:spLocks noGrp="1"/>
          </p:cNvSpPr>
          <p:nvPr>
            <p:ph type="ftr" sz="quarter" idx="11"/>
          </p:nvPr>
        </p:nvSpPr>
        <p:spPr/>
        <p:txBody>
          <a:bodyPr/>
          <a:lstStyle/>
          <a:p>
            <a:endParaRPr lang="en-US"/>
          </a:p>
        </p:txBody>
      </p:sp>
      <p:sp>
        <p:nvSpPr>
          <p:cNvPr id="16" name="Text Placeholder 15">
            <a:extLst>
              <a:ext uri="{FF2B5EF4-FFF2-40B4-BE49-F238E27FC236}">
                <a16:creationId xmlns:a16="http://schemas.microsoft.com/office/drawing/2014/main" id="{341BD916-71AE-106E-105D-01655950FC48}"/>
              </a:ext>
            </a:extLst>
          </p:cNvPr>
          <p:cNvSpPr>
            <a:spLocks noGrp="1"/>
          </p:cNvSpPr>
          <p:nvPr>
            <p:ph type="body" sz="quarter" idx="15"/>
          </p:nvPr>
        </p:nvSpPr>
        <p:spPr>
          <a:xfrm>
            <a:off x="5981701" y="552451"/>
            <a:ext cx="11063288" cy="1521620"/>
          </a:xfrm>
        </p:spPr>
        <p:txBody>
          <a:bodyPr anchor="ctr">
            <a:normAutofit/>
          </a:bodyPr>
          <a:lstStyle>
            <a:lvl1pPr algn="r">
              <a:defRPr sz="3000"/>
            </a:lvl1pPr>
          </a:lstStyle>
          <a:p>
            <a:pPr lvl="0"/>
            <a:r>
              <a:rPr lang="en-US"/>
              <a:t>Click to edit Master text styles</a:t>
            </a:r>
          </a:p>
        </p:txBody>
      </p:sp>
      <p:sp>
        <p:nvSpPr>
          <p:cNvPr id="4" name="Date Placeholder 3">
            <a:extLst>
              <a:ext uri="{FF2B5EF4-FFF2-40B4-BE49-F238E27FC236}">
                <a16:creationId xmlns:a16="http://schemas.microsoft.com/office/drawing/2014/main" id="{68FD0054-227E-4953-9BB1-7141F90243F6}"/>
              </a:ext>
            </a:extLst>
          </p:cNvPr>
          <p:cNvSpPr>
            <a:spLocks noGrp="1"/>
          </p:cNvSpPr>
          <p:nvPr>
            <p:ph type="dt" sz="half" idx="10"/>
          </p:nvPr>
        </p:nvSpPr>
        <p:spPr/>
        <p:txBody>
          <a:bodyPr/>
          <a:lstStyle/>
          <a:p>
            <a:fld id="{1D8BD707-D9CF-40AE-B4C6-C98DA3205C09}" type="datetimeFigureOut">
              <a:rPr lang="en-US" smtClean="0"/>
              <a:pPr/>
              <a:t>8/19/2026</a:t>
            </a:fld>
            <a:endParaRPr lang="en-US"/>
          </a:p>
        </p:txBody>
      </p:sp>
      <p:sp>
        <p:nvSpPr>
          <p:cNvPr id="6" name="Slide Number Placeholder 5">
            <a:extLst>
              <a:ext uri="{FF2B5EF4-FFF2-40B4-BE49-F238E27FC236}">
                <a16:creationId xmlns:a16="http://schemas.microsoft.com/office/drawing/2014/main" id="{8542E0F1-15E9-E241-9959-A6D46B69EE92}"/>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465013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42852-3CDE-22AD-D5F0-AAF8279A0910}"/>
              </a:ext>
            </a:extLst>
          </p:cNvPr>
          <p:cNvSpPr>
            <a:spLocks noGrp="1"/>
          </p:cNvSpPr>
          <p:nvPr>
            <p:ph type="title"/>
          </p:nvPr>
        </p:nvSpPr>
        <p:spPr>
          <a:xfrm>
            <a:off x="1257300" y="1289305"/>
            <a:ext cx="14319504" cy="5513828"/>
          </a:xfrm>
        </p:spPr>
        <p:txBody>
          <a:bodyPr anchor="t">
            <a:normAutofit/>
          </a:bodyPr>
          <a:lstStyle>
            <a:lvl1pPr>
              <a:defRPr sz="90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1D8BD707-D9CF-40AE-B4C6-C98DA3205C09}" type="datetimeFigureOut">
              <a:rPr lang="en-US" smtClean="0"/>
              <a:pPr/>
              <a:t>8/19/2026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B6F15528-21DE-4FAA-801E-634DDDAF4B2B}" type="slidenum">
              <a:rPr lang="en-US" smtClean="0"/>
              <a:pPr/>
              <a:t>‹#›</a:t>
            </a:fld>
            <a:endParaRPr lang="en-US"/>
          </a:p>
        </p:txBody>
      </p:sp>
      <p:cxnSp>
        <p:nvCxnSpPr>
          <p:cNvPr id="7" name="Straight Connector 6">
            <a:extLst>
              <a:ext uri="{FF2B5EF4-FFF2-40B4-BE49-F238E27FC236}">
                <a16:creationId xmlns:a16="http://schemas.microsoft.com/office/drawing/2014/main" id="{C4D523C5-E38D-F0DE-48C0-B6B8404B63BF}"/>
              </a:ext>
              <a:ext uri="{C183D7F6-B498-43B3-948B-1728B52AA6E4}">
                <adec:decorative xmlns:adec="http://schemas.microsoft.com/office/drawing/2017/decorative" val="1"/>
              </a:ext>
            </a:extLst>
          </p:cNvPr>
          <p:cNvCxnSpPr>
            <a:cxnSpLocks/>
          </p:cNvCxnSpPr>
          <p:nvPr/>
        </p:nvCxnSpPr>
        <p:spPr>
          <a:xfrm flipH="1">
            <a:off x="6" y="7715250"/>
            <a:ext cx="1828799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629031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928921" y="1944125"/>
            <a:ext cx="6529988" cy="6398753"/>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48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9802584" y="1944125"/>
            <a:ext cx="6487668" cy="6398753"/>
          </a:xfrm>
        </p:spPr>
        <p:txBody>
          <a:bodyPr anchor="b" anchorCtr="0"/>
          <a:lstStyle>
            <a:lvl1pPr marL="0" indent="0">
              <a:buNone/>
              <a:defRPr>
                <a:solidFill>
                  <a:schemeClr val="tx1"/>
                </a:solidFill>
              </a:defRPr>
            </a:lvl1pPr>
            <a:lvl2pPr marL="342900" indent="0">
              <a:buNone/>
              <a:defRPr>
                <a:solidFill>
                  <a:schemeClr val="tx1"/>
                </a:solidFill>
              </a:defRPr>
            </a:lvl2pPr>
            <a:lvl3pPr marL="685800" indent="0">
              <a:buNone/>
              <a:defRPr>
                <a:solidFill>
                  <a:schemeClr val="tx1"/>
                </a:solidFill>
              </a:defRPr>
            </a:lvl3pPr>
            <a:lvl4pPr marL="1028700" indent="0">
              <a:buNone/>
              <a:defRPr>
                <a:solidFill>
                  <a:schemeClr val="tx1"/>
                </a:solidFill>
              </a:defRPr>
            </a:lvl4pPr>
            <a:lvl5pPr marL="13716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D8BD707-D9CF-40AE-B4C6-C98DA3205C09}" type="datetimeFigureOut">
              <a:rPr lang="en-US" smtClean="0"/>
              <a:pPr/>
              <a:t>8/19/2026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757955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a:xfrm>
            <a:off x="1591056" y="6912864"/>
            <a:ext cx="6254496" cy="2414016"/>
          </a:xfrm>
        </p:spPr>
        <p:txBody>
          <a:bodyPr anchor="t" anchorCtr="0">
            <a:noAutofit/>
          </a:bodyPr>
          <a:lstStyle>
            <a:lvl1pPr algn="ctr">
              <a:defRPr sz="66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Picture Placeholder 7">
            <a:extLst>
              <a:ext uri="{FF2B5EF4-FFF2-40B4-BE49-F238E27FC236}">
                <a16:creationId xmlns:a16="http://schemas.microsoft.com/office/drawing/2014/main" id="{4E5AAB3D-814D-597A-6ADE-F522A8116DCD}"/>
              </a:ext>
            </a:extLst>
          </p:cNvPr>
          <p:cNvSpPr>
            <a:spLocks noGrp="1"/>
          </p:cNvSpPr>
          <p:nvPr>
            <p:ph type="pic" idx="13" hasCustomPrompt="1"/>
          </p:nvPr>
        </p:nvSpPr>
        <p:spPr>
          <a:xfrm>
            <a:off x="1885952" y="1645920"/>
            <a:ext cx="5664705" cy="4752150"/>
          </a:xfrm>
          <a:custGeom>
            <a:avLst/>
            <a:gdLst>
              <a:gd name="connsiteX0" fmla="*/ 1888235 w 3776470"/>
              <a:gd name="connsiteY0" fmla="*/ 0 h 3168100"/>
              <a:gd name="connsiteX1" fmla="*/ 3776470 w 3776470"/>
              <a:gd name="connsiteY1" fmla="*/ 1888235 h 3168100"/>
              <a:gd name="connsiteX2" fmla="*/ 3776470 w 3776470"/>
              <a:gd name="connsiteY2" fmla="*/ 3168100 h 3168100"/>
              <a:gd name="connsiteX3" fmla="*/ 0 w 3776470"/>
              <a:gd name="connsiteY3" fmla="*/ 3168100 h 3168100"/>
              <a:gd name="connsiteX4" fmla="*/ 0 w 3776470"/>
              <a:gd name="connsiteY4" fmla="*/ 1888235 h 3168100"/>
              <a:gd name="connsiteX5" fmla="*/ 1888235 w 3776470"/>
              <a:gd name="connsiteY5" fmla="*/ 0 h 316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marL="0" indent="0">
              <a:buFont typeface="Arial" panose="020B0604020202020204" pitchFamily="34" charset="0"/>
              <a:buNone/>
              <a:defRPr sz="4800">
                <a:solidFill>
                  <a:schemeClr val="tx1"/>
                </a:solidFill>
              </a:defRPr>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 </a:t>
            </a:r>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a:xfrm>
            <a:off x="10712196" y="1261872"/>
            <a:ext cx="6323076" cy="7996428"/>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lvl1pPr>
              <a:defRPr>
                <a:solidFill>
                  <a:schemeClr val="tx1"/>
                </a:solidFill>
              </a:defRPr>
            </a:lvl1pPr>
          </a:lstStyle>
          <a:p>
            <a:fld id="{1D8BD707-D9CF-40AE-B4C6-C98DA3205C09}" type="datetimeFigureOut">
              <a:rPr lang="en-US" smtClean="0"/>
              <a:pPr/>
              <a:t>8/19/2026</a:t>
            </a:fld>
            <a:endParaRPr lang="en-US"/>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lvl1pPr>
              <a:defRPr>
                <a:solidFill>
                  <a:schemeClr val="tx1"/>
                </a:solidFill>
              </a:defRPr>
            </a:lvl1pPr>
          </a:lstStyle>
          <a:p>
            <a:fld id="{B6F15528-21DE-4FAA-801E-634DDDAF4B2B}" type="slidenum">
              <a:rPr lang="en-US" smtClean="0"/>
              <a:pPr/>
              <a:t>‹#›</a:t>
            </a:fld>
            <a:endParaRPr lang="en-US"/>
          </a:p>
        </p:txBody>
      </p:sp>
      <p:cxnSp>
        <p:nvCxnSpPr>
          <p:cNvPr id="7" name="Straight Connector 6">
            <a:extLst>
              <a:ext uri="{FF2B5EF4-FFF2-40B4-BE49-F238E27FC236}">
                <a16:creationId xmlns:a16="http://schemas.microsoft.com/office/drawing/2014/main" id="{ECD2C868-CE73-A5B1-1389-62A23B14E008}"/>
              </a:ext>
              <a:ext uri="{C183D7F6-B498-43B3-948B-1728B52AA6E4}">
                <adec:decorative xmlns:adec="http://schemas.microsoft.com/office/drawing/2017/decorative" val="1"/>
              </a:ext>
            </a:extLst>
          </p:cNvPr>
          <p:cNvCxnSpPr>
            <a:cxnSpLocks/>
          </p:cNvCxnSpPr>
          <p:nvPr/>
        </p:nvCxnSpPr>
        <p:spPr>
          <a:xfrm>
            <a:off x="9445629" y="0"/>
            <a:ext cx="0" cy="10287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108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79576" y="3922776"/>
            <a:ext cx="5719572" cy="5335524"/>
          </a:xfrm>
        </p:spPr>
        <p:txBody>
          <a:bodyPr>
            <a:normAutofit/>
          </a:bodyPr>
          <a:lstStyle>
            <a:lvl1pPr>
              <a:defRPr sz="48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8279608" y="1261872"/>
            <a:ext cx="7434263" cy="5334000"/>
          </a:xfrm>
        </p:spPr>
        <p:txBody>
          <a:bodyPr/>
          <a:lstStyle>
            <a:lvl1pPr>
              <a:defRPr>
                <a:solidFill>
                  <a:schemeClr val="tx1"/>
                </a:solidFill>
              </a:defRPr>
            </a:lvl1pPr>
            <a:lvl2pPr>
              <a:defRPr sz="2100">
                <a:solidFill>
                  <a:schemeClr val="tx1"/>
                </a:solidFill>
              </a:defRPr>
            </a:lvl2pPr>
            <a:lvl3pPr>
              <a:defRPr sz="2100">
                <a:solidFill>
                  <a:schemeClr val="tx1"/>
                </a:solidFill>
              </a:defRPr>
            </a:lvl3pPr>
            <a:lvl4pPr>
              <a:defRPr sz="2100">
                <a:solidFill>
                  <a:schemeClr val="tx1"/>
                </a:solidFill>
              </a:defRPr>
            </a:lvl4pPr>
            <a:lvl5pPr>
              <a:defRPr sz="2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D8BD707-D9CF-40AE-B4C6-C98DA3205C09}" type="datetimeFigureOut">
              <a:rPr lang="en-US" smtClean="0"/>
              <a:pPr/>
              <a:t>8/19/2026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B6F15528-21DE-4FAA-801E-634DDDAF4B2B}" type="slidenum">
              <a:rPr lang="en-US" smtClean="0"/>
              <a:pPr/>
              <a:t>‹#›</a:t>
            </a:fld>
            <a:endParaRPr lang="en-US"/>
          </a:p>
        </p:txBody>
      </p:sp>
      <p:cxnSp>
        <p:nvCxnSpPr>
          <p:cNvPr id="3" name="Straight Connector 2">
            <a:extLst>
              <a:ext uri="{FF2B5EF4-FFF2-40B4-BE49-F238E27FC236}">
                <a16:creationId xmlns:a16="http://schemas.microsoft.com/office/drawing/2014/main" id="{EF4378AB-83E7-8777-F6CD-8F19BA4FEE73}"/>
              </a:ext>
              <a:ext uri="{C183D7F6-B498-43B3-948B-1728B52AA6E4}">
                <adec:decorative xmlns:adec="http://schemas.microsoft.com/office/drawing/2017/decorative" val="1"/>
              </a:ext>
            </a:extLst>
          </p:cNvPr>
          <p:cNvCxnSpPr>
            <a:cxnSpLocks/>
          </p:cNvCxnSpPr>
          <p:nvPr/>
        </p:nvCxnSpPr>
        <p:spPr>
          <a:xfrm flipV="1">
            <a:off x="7524305" y="0"/>
            <a:ext cx="0" cy="10287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9237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97280" y="1261872"/>
            <a:ext cx="4498848" cy="7776972"/>
          </a:xfrm>
        </p:spPr>
        <p:txBody>
          <a:bodyPr anchor="t" anchorCtr="0">
            <a:normAutofit/>
          </a:bodyPr>
          <a:lstStyle>
            <a:lvl1pPr>
              <a:defRPr sz="48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7000389" y="1261872"/>
            <a:ext cx="9390231" cy="7776972"/>
          </a:xfrm>
        </p:spPr>
        <p:txBody>
          <a:bodyPr/>
          <a:lstStyle>
            <a:lvl1pPr>
              <a:defRPr>
                <a:solidFill>
                  <a:schemeClr val="tx1"/>
                </a:solidFill>
              </a:defRPr>
            </a:lvl1pPr>
            <a:lvl2pPr>
              <a:defRPr sz="2100">
                <a:solidFill>
                  <a:schemeClr val="tx1"/>
                </a:solidFill>
              </a:defRPr>
            </a:lvl2pPr>
            <a:lvl3pPr>
              <a:defRPr sz="2100">
                <a:solidFill>
                  <a:schemeClr val="tx1"/>
                </a:solidFill>
              </a:defRPr>
            </a:lvl3pPr>
            <a:lvl4pPr>
              <a:defRPr sz="2100">
                <a:solidFill>
                  <a:schemeClr val="tx1"/>
                </a:solidFill>
              </a:defRPr>
            </a:lvl4pPr>
            <a:lvl5pPr>
              <a:defRPr sz="2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D8BD707-D9CF-40AE-B4C6-C98DA3205C09}" type="datetimeFigureOut">
              <a:rPr lang="en-US" smtClean="0"/>
              <a:pPr/>
              <a:t>8/19/2026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B6F15528-21DE-4FAA-801E-634DDDAF4B2B}" type="slidenum">
              <a:rPr lang="en-US" smtClean="0"/>
              <a:pPr/>
              <a:t>‹#›</a:t>
            </a:fld>
            <a:endParaRPr lang="en-US"/>
          </a:p>
        </p:txBody>
      </p:sp>
      <p:cxnSp>
        <p:nvCxnSpPr>
          <p:cNvPr id="3" name="Straight Connector 2">
            <a:extLst>
              <a:ext uri="{FF2B5EF4-FFF2-40B4-BE49-F238E27FC236}">
                <a16:creationId xmlns:a16="http://schemas.microsoft.com/office/drawing/2014/main" id="{C8293A07-68F2-BD10-B738-E87F3F3D8CF3}"/>
              </a:ext>
              <a:ext uri="{C183D7F6-B498-43B3-948B-1728B52AA6E4}">
                <adec:decorative xmlns:adec="http://schemas.microsoft.com/office/drawing/2017/decorative" val="1"/>
              </a:ext>
            </a:extLst>
          </p:cNvPr>
          <p:cNvCxnSpPr>
            <a:cxnSpLocks/>
          </p:cNvCxnSpPr>
          <p:nvPr/>
        </p:nvCxnSpPr>
        <p:spPr>
          <a:xfrm flipV="1">
            <a:off x="6273315" y="0"/>
            <a:ext cx="0" cy="10287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13224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3246729" y="1485767"/>
            <a:ext cx="3848390" cy="2788412"/>
          </a:xfrm>
        </p:spPr>
        <p:txBody>
          <a:bodyPr anchor="b"/>
          <a:lstStyle>
            <a:lvl1pPr>
              <a:defRPr lang="en-US" sz="4800" kern="1200" dirty="0">
                <a:solidFill>
                  <a:schemeClr val="tx1"/>
                </a:solidFill>
                <a:latin typeface="+mj-lt"/>
                <a:ea typeface="+mj-ea"/>
                <a:cs typeface="+mj-cs"/>
              </a:defRPr>
            </a:lvl1pPr>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1" y="0"/>
            <a:ext cx="12489485" cy="10287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13248407" y="4517003"/>
            <a:ext cx="3839966" cy="3984375"/>
          </a:xfrm>
        </p:spPr>
        <p:txBody>
          <a:bodyPr vert="horz" lIns="91440" tIns="45720" rIns="91440" bIns="45720" rtlCol="0">
            <a:normAutofit/>
          </a:bodyPr>
          <a:lstStyle>
            <a:lvl1pPr marL="0" indent="0">
              <a:buNone/>
              <a:defRPr lang="en-US" dirty="0"/>
            </a:lvl1pPr>
            <a:lvl2pPr marL="342900" indent="0">
              <a:buNone/>
              <a:defRPr lang="en-US" sz="2100" dirty="0"/>
            </a:lvl2pPr>
            <a:lvl3pPr marL="685800" indent="0">
              <a:buNone/>
              <a:defRPr lang="en-US" sz="2100" dirty="0"/>
            </a:lvl3pPr>
            <a:lvl4pPr marL="1028700" indent="0">
              <a:buNone/>
              <a:defRPr lang="en-US" sz="2100" dirty="0"/>
            </a:lvl4pPr>
            <a:lvl5pPr marL="1371600" indent="0">
              <a:buNone/>
              <a:defRPr lang="en-US" sz="21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8BD5A515-9970-0784-7927-52F94C270B46}"/>
              </a:ext>
            </a:extLst>
          </p:cNvPr>
          <p:cNvSpPr>
            <a:spLocks noGrp="1"/>
          </p:cNvSpPr>
          <p:nvPr>
            <p:ph type="ftr" sz="quarter" idx="16"/>
          </p:nvPr>
        </p:nvSpPr>
        <p:spPr>
          <a:xfrm rot="5400000">
            <a:off x="15438846" y="2389438"/>
            <a:ext cx="4460283" cy="547688"/>
          </a:xfrm>
        </p:spPr>
        <p:txBody>
          <a:bodyPr/>
          <a:lstStyle>
            <a:lvl1pPr algn="l">
              <a:defRPr>
                <a:solidFill>
                  <a:schemeClr val="tx1"/>
                </a:solidFill>
              </a:defRPr>
            </a:lvl1pPr>
          </a:lstStyle>
          <a:p>
            <a:endParaRPr lang="en-US"/>
          </a:p>
        </p:txBody>
      </p:sp>
      <p:sp>
        <p:nvSpPr>
          <p:cNvPr id="9" name="Date Placeholder 4">
            <a:extLst>
              <a:ext uri="{FF2B5EF4-FFF2-40B4-BE49-F238E27FC236}">
                <a16:creationId xmlns:a16="http://schemas.microsoft.com/office/drawing/2014/main" id="{8523CCEC-6BB2-B704-95E2-87FED823C5BD}"/>
              </a:ext>
            </a:extLst>
          </p:cNvPr>
          <p:cNvSpPr>
            <a:spLocks noGrp="1"/>
          </p:cNvSpPr>
          <p:nvPr>
            <p:ph type="dt" sz="half" idx="15"/>
          </p:nvPr>
        </p:nvSpPr>
        <p:spPr>
          <a:xfrm rot="5400000">
            <a:off x="15638972" y="7030643"/>
            <a:ext cx="4060035" cy="547688"/>
          </a:xfrm>
        </p:spPr>
        <p:txBody>
          <a:bodyPr/>
          <a:lstStyle>
            <a:lvl1pPr>
              <a:defRPr>
                <a:solidFill>
                  <a:schemeClr val="tx1"/>
                </a:solidFill>
              </a:defRPr>
            </a:lvl1pPr>
          </a:lstStyle>
          <a:p>
            <a:fld id="{1D8BD707-D9CF-40AE-B4C6-C98DA3205C09}" type="datetimeFigureOut">
              <a:rPr lang="en-US" smtClean="0"/>
              <a:pPr/>
              <a:t>8/19/2026</a:t>
            </a:fld>
            <a:endParaRPr lang="en-US"/>
          </a:p>
        </p:txBody>
      </p:sp>
      <p:sp>
        <p:nvSpPr>
          <p:cNvPr id="11" name="Slide Number Placeholder 6">
            <a:extLst>
              <a:ext uri="{FF2B5EF4-FFF2-40B4-BE49-F238E27FC236}">
                <a16:creationId xmlns:a16="http://schemas.microsoft.com/office/drawing/2014/main" id="{1208465C-8C77-73BF-D18F-D01907BAC864}"/>
              </a:ext>
            </a:extLst>
          </p:cNvPr>
          <p:cNvSpPr>
            <a:spLocks noGrp="1"/>
          </p:cNvSpPr>
          <p:nvPr>
            <p:ph type="sldNum" sz="quarter" idx="17"/>
          </p:nvPr>
        </p:nvSpPr>
        <p:spPr>
          <a:xfrm>
            <a:off x="17268444" y="9534526"/>
            <a:ext cx="861930" cy="547688"/>
          </a:xfrm>
        </p:spPr>
        <p:txBody>
          <a:bodyPr/>
          <a:lstStyle>
            <a:lvl1pPr>
              <a:defRPr>
                <a:solidFill>
                  <a:schemeClr val="tx1"/>
                </a:solidFill>
              </a:defRPr>
            </a:lvl1pPr>
          </a:lstStyle>
          <a:p>
            <a:fld id="{B6F15528-21DE-4FAA-801E-634DDDAF4B2B}" type="slidenum">
              <a:rPr lang="en-US" smtClean="0"/>
              <a:pPr/>
              <a:t>‹#›</a:t>
            </a:fld>
            <a:endParaRPr lang="en-US"/>
          </a:p>
        </p:txBody>
      </p:sp>
      <p:cxnSp>
        <p:nvCxnSpPr>
          <p:cNvPr id="3" name="Straight Connector 2">
            <a:extLst>
              <a:ext uri="{FF2B5EF4-FFF2-40B4-BE49-F238E27FC236}">
                <a16:creationId xmlns:a16="http://schemas.microsoft.com/office/drawing/2014/main" id="{50E2A219-E459-07B3-1ED3-CBF7D239BE08}"/>
              </a:ext>
              <a:ext uri="{C183D7F6-B498-43B3-948B-1728B52AA6E4}">
                <adec:decorative xmlns:adec="http://schemas.microsoft.com/office/drawing/2017/decorative" val="1"/>
              </a:ext>
            </a:extLst>
          </p:cNvPr>
          <p:cNvCxnSpPr>
            <a:cxnSpLocks/>
          </p:cNvCxnSpPr>
          <p:nvPr/>
        </p:nvCxnSpPr>
        <p:spPr>
          <a:xfrm>
            <a:off x="12480855" y="0"/>
            <a:ext cx="0" cy="10287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16485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55281" y="822960"/>
            <a:ext cx="9139838" cy="1714500"/>
          </a:xfrm>
        </p:spPr>
        <p:txBody>
          <a:bodyPr anchor="b">
            <a:noAutofit/>
          </a:bodyPr>
          <a:lstStyle>
            <a:lvl1pPr>
              <a:defRPr sz="48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2"/>
            <a:ext cx="7190828" cy="10287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7955280" y="2743200"/>
            <a:ext cx="9107424" cy="673455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DF483F68-3490-71E7-A7DA-DA46BC485F75}"/>
              </a:ext>
              <a:ext uri="{C183D7F6-B498-43B3-948B-1728B52AA6E4}">
                <adec:decorative xmlns:adec="http://schemas.microsoft.com/office/drawing/2017/decorative" val="1"/>
              </a:ext>
            </a:extLst>
          </p:cNvPr>
          <p:cNvCxnSpPr>
            <a:cxnSpLocks/>
          </p:cNvCxnSpPr>
          <p:nvPr/>
        </p:nvCxnSpPr>
        <p:spPr>
          <a:xfrm>
            <a:off x="7195731" y="0"/>
            <a:ext cx="0" cy="10287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9345FA4-0621-D8F1-73D0-046B7F4D7713}"/>
              </a:ext>
            </a:extLst>
          </p:cNvPr>
          <p:cNvSpPr>
            <a:spLocks noGrp="1"/>
          </p:cNvSpPr>
          <p:nvPr>
            <p:ph type="dt" sz="half" idx="15"/>
          </p:nvPr>
        </p:nvSpPr>
        <p:spPr>
          <a:xfrm rot="5400000">
            <a:off x="15638972" y="7030643"/>
            <a:ext cx="4060035" cy="547688"/>
          </a:xfrm>
        </p:spPr>
        <p:txBody>
          <a:bodyPr/>
          <a:lstStyle/>
          <a:p>
            <a:fld id="{1D8BD707-D9CF-40AE-B4C6-C98DA3205C09}" type="datetimeFigureOut">
              <a:rPr lang="en-US" smtClean="0"/>
              <a:pPr/>
              <a:t>8/19/2026</a:t>
            </a:fld>
            <a:endParaRPr lang="en-US"/>
          </a:p>
        </p:txBody>
      </p:sp>
      <p:sp>
        <p:nvSpPr>
          <p:cNvPr id="9" name="Footer Placeholder 8">
            <a:extLst>
              <a:ext uri="{FF2B5EF4-FFF2-40B4-BE49-F238E27FC236}">
                <a16:creationId xmlns:a16="http://schemas.microsoft.com/office/drawing/2014/main" id="{84C51678-E871-8AD4-08DA-BF7B7013A356}"/>
              </a:ext>
            </a:extLst>
          </p:cNvPr>
          <p:cNvSpPr>
            <a:spLocks noGrp="1"/>
          </p:cNvSpPr>
          <p:nvPr>
            <p:ph type="ftr" sz="quarter" idx="16"/>
          </p:nvPr>
        </p:nvSpPr>
        <p:spPr>
          <a:xfrm rot="16200000" flipH="1">
            <a:off x="15438848" y="2389436"/>
            <a:ext cx="4460283" cy="547688"/>
          </a:xfrm>
        </p:spPr>
        <p:txBody>
          <a:bodyPr/>
          <a:lstStyle/>
          <a:p>
            <a:endParaRPr lang="en-US"/>
          </a:p>
        </p:txBody>
      </p:sp>
      <p:sp>
        <p:nvSpPr>
          <p:cNvPr id="10" name="Slide Number Placeholder 9">
            <a:extLst>
              <a:ext uri="{FF2B5EF4-FFF2-40B4-BE49-F238E27FC236}">
                <a16:creationId xmlns:a16="http://schemas.microsoft.com/office/drawing/2014/main" id="{3CD01CE4-E064-7D2F-7D3A-9DA85E2777F2}"/>
              </a:ext>
            </a:extLst>
          </p:cNvPr>
          <p:cNvSpPr>
            <a:spLocks noGrp="1"/>
          </p:cNvSpPr>
          <p:nvPr>
            <p:ph type="sldNum" sz="quarter" idx="17"/>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500567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7280" y="822960"/>
            <a:ext cx="9203436" cy="1714500"/>
          </a:xfrm>
        </p:spPr>
        <p:txBody>
          <a:bodyPr anchor="b">
            <a:noAutofit/>
          </a:bodyPr>
          <a:lstStyle>
            <a:lvl1pPr>
              <a:defRPr sz="48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097280" y="2743200"/>
            <a:ext cx="9203436" cy="673455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1100816" y="0"/>
            <a:ext cx="7187184" cy="10287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6" name="Straight Connector 5">
            <a:extLst>
              <a:ext uri="{FF2B5EF4-FFF2-40B4-BE49-F238E27FC236}">
                <a16:creationId xmlns:a16="http://schemas.microsoft.com/office/drawing/2014/main" id="{9BC07157-DE89-FE2F-0547-2E4055913A13}"/>
              </a:ext>
              <a:ext uri="{C183D7F6-B498-43B3-948B-1728B52AA6E4}">
                <adec:decorative xmlns:adec="http://schemas.microsoft.com/office/drawing/2017/decorative" val="1"/>
              </a:ext>
            </a:extLst>
          </p:cNvPr>
          <p:cNvCxnSpPr>
            <a:cxnSpLocks/>
          </p:cNvCxnSpPr>
          <p:nvPr/>
        </p:nvCxnSpPr>
        <p:spPr>
          <a:xfrm>
            <a:off x="11073033" y="0"/>
            <a:ext cx="0" cy="10287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F7A0C5A-6673-53CC-030B-67BA133D9741}"/>
              </a:ext>
            </a:extLst>
          </p:cNvPr>
          <p:cNvSpPr>
            <a:spLocks noGrp="1"/>
          </p:cNvSpPr>
          <p:nvPr>
            <p:ph type="dt" sz="half" idx="15"/>
          </p:nvPr>
        </p:nvSpPr>
        <p:spPr>
          <a:xfrm rot="5400000">
            <a:off x="-1496618" y="7030643"/>
            <a:ext cx="4060035" cy="547688"/>
          </a:xfrm>
        </p:spPr>
        <p:txBody>
          <a:bodyPr/>
          <a:lstStyle/>
          <a:p>
            <a:fld id="{1D8BD707-D9CF-40AE-B4C6-C98DA3205C09}" type="datetimeFigureOut">
              <a:rPr lang="en-US" smtClean="0"/>
              <a:pPr/>
              <a:t>8/19/2026</a:t>
            </a:fld>
            <a:endParaRPr lang="en-US"/>
          </a:p>
        </p:txBody>
      </p:sp>
      <p:sp>
        <p:nvSpPr>
          <p:cNvPr id="7" name="Footer Placeholder 6">
            <a:extLst>
              <a:ext uri="{FF2B5EF4-FFF2-40B4-BE49-F238E27FC236}">
                <a16:creationId xmlns:a16="http://schemas.microsoft.com/office/drawing/2014/main" id="{92521688-F793-E4F2-732B-EEE6F58B758E}"/>
              </a:ext>
            </a:extLst>
          </p:cNvPr>
          <p:cNvSpPr>
            <a:spLocks noGrp="1"/>
          </p:cNvSpPr>
          <p:nvPr>
            <p:ph type="ftr" sz="quarter" idx="16"/>
          </p:nvPr>
        </p:nvSpPr>
        <p:spPr>
          <a:xfrm rot="16200000" flipH="1">
            <a:off x="-1696742" y="2389436"/>
            <a:ext cx="4460283" cy="547688"/>
          </a:xfrm>
        </p:spPr>
        <p:txBody>
          <a:bodyPr/>
          <a:lstStyle/>
          <a:p>
            <a:endParaRPr lang="en-US"/>
          </a:p>
        </p:txBody>
      </p:sp>
      <p:sp>
        <p:nvSpPr>
          <p:cNvPr id="9" name="Slide Number Placeholder 8">
            <a:extLst>
              <a:ext uri="{FF2B5EF4-FFF2-40B4-BE49-F238E27FC236}">
                <a16:creationId xmlns:a16="http://schemas.microsoft.com/office/drawing/2014/main" id="{2DDBE29E-7417-B57C-BA94-1DBC14BE461B}"/>
              </a:ext>
            </a:extLst>
          </p:cNvPr>
          <p:cNvSpPr>
            <a:spLocks noGrp="1"/>
          </p:cNvSpPr>
          <p:nvPr>
            <p:ph type="sldNum" sz="quarter" idx="17"/>
          </p:nvPr>
        </p:nvSpPr>
        <p:spPr>
          <a:xfrm>
            <a:off x="76676" y="9534526"/>
            <a:ext cx="861930" cy="547688"/>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915647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7280" y="480060"/>
            <a:ext cx="10287000" cy="1399032"/>
          </a:xfrm>
        </p:spPr>
        <p:txBody>
          <a:bodyPr anchor="b">
            <a:noAutofit/>
          </a:bodyPr>
          <a:lstStyle>
            <a:lvl1pPr>
              <a:defRPr sz="48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097280" y="2071116"/>
            <a:ext cx="10287000" cy="747522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2137599" y="0"/>
            <a:ext cx="6150401" cy="10287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4" name="Straight Connector 3">
            <a:extLst>
              <a:ext uri="{FF2B5EF4-FFF2-40B4-BE49-F238E27FC236}">
                <a16:creationId xmlns:a16="http://schemas.microsoft.com/office/drawing/2014/main" id="{3C626C00-7A36-46A2-880D-F484910B3412}"/>
              </a:ext>
              <a:ext uri="{C183D7F6-B498-43B3-948B-1728B52AA6E4}">
                <adec:decorative xmlns:adec="http://schemas.microsoft.com/office/drawing/2017/decorative" val="1"/>
              </a:ext>
            </a:extLst>
          </p:cNvPr>
          <p:cNvCxnSpPr>
            <a:cxnSpLocks/>
          </p:cNvCxnSpPr>
          <p:nvPr/>
        </p:nvCxnSpPr>
        <p:spPr>
          <a:xfrm>
            <a:off x="12116642" y="0"/>
            <a:ext cx="0" cy="10287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68FF6D8B-36A2-DF79-CDB9-885694DCA71D}"/>
              </a:ext>
            </a:extLst>
          </p:cNvPr>
          <p:cNvSpPr>
            <a:spLocks noGrp="1"/>
          </p:cNvSpPr>
          <p:nvPr>
            <p:ph type="dt" sz="half" idx="15"/>
          </p:nvPr>
        </p:nvSpPr>
        <p:spPr>
          <a:xfrm rot="5400000">
            <a:off x="-1496618" y="7030643"/>
            <a:ext cx="4060035" cy="547688"/>
          </a:xfrm>
        </p:spPr>
        <p:txBody>
          <a:bodyPr/>
          <a:lstStyle/>
          <a:p>
            <a:fld id="{1D8BD707-D9CF-40AE-B4C6-C98DA3205C09}" type="datetimeFigureOut">
              <a:rPr lang="en-US" smtClean="0"/>
              <a:pPr/>
              <a:t>8/19/2026</a:t>
            </a:fld>
            <a:endParaRPr lang="en-US"/>
          </a:p>
        </p:txBody>
      </p:sp>
      <p:sp>
        <p:nvSpPr>
          <p:cNvPr id="5" name="Footer Placeholder 4">
            <a:extLst>
              <a:ext uri="{FF2B5EF4-FFF2-40B4-BE49-F238E27FC236}">
                <a16:creationId xmlns:a16="http://schemas.microsoft.com/office/drawing/2014/main" id="{63A2396A-E38F-CC9C-7303-71F99D082082}"/>
              </a:ext>
            </a:extLst>
          </p:cNvPr>
          <p:cNvSpPr>
            <a:spLocks noGrp="1"/>
          </p:cNvSpPr>
          <p:nvPr>
            <p:ph type="ftr" sz="quarter" idx="16"/>
          </p:nvPr>
        </p:nvSpPr>
        <p:spPr>
          <a:xfrm rot="16200000" flipH="1">
            <a:off x="-1696742" y="2389436"/>
            <a:ext cx="4460283" cy="547688"/>
          </a:xfrm>
        </p:spPr>
        <p:txBody>
          <a:bodyPr/>
          <a:lstStyle/>
          <a:p>
            <a:endParaRPr lang="en-US"/>
          </a:p>
        </p:txBody>
      </p:sp>
      <p:sp>
        <p:nvSpPr>
          <p:cNvPr id="6" name="Slide Number Placeholder 5">
            <a:extLst>
              <a:ext uri="{FF2B5EF4-FFF2-40B4-BE49-F238E27FC236}">
                <a16:creationId xmlns:a16="http://schemas.microsoft.com/office/drawing/2014/main" id="{483B0E4B-031C-4F2A-1993-D824DD71F7DE}"/>
              </a:ext>
            </a:extLst>
          </p:cNvPr>
          <p:cNvSpPr>
            <a:spLocks noGrp="1"/>
          </p:cNvSpPr>
          <p:nvPr>
            <p:ph type="sldNum" sz="quarter" idx="17"/>
          </p:nvPr>
        </p:nvSpPr>
        <p:spPr>
          <a:xfrm>
            <a:off x="76676" y="9534526"/>
            <a:ext cx="861930" cy="547688"/>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177847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7280" y="875120"/>
            <a:ext cx="6542532" cy="1893959"/>
          </a:xfrm>
        </p:spPr>
        <p:txBody>
          <a:bodyPr anchor="b">
            <a:noAutofit/>
          </a:bodyPr>
          <a:lstStyle>
            <a:lvl1pPr>
              <a:defRPr sz="48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97281" y="2969192"/>
            <a:ext cx="6541295" cy="649389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618220" y="0"/>
            <a:ext cx="9669780" cy="10287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1481977D-48BC-F135-96F9-1655E4BEE673}"/>
              </a:ext>
              <a:ext uri="{C183D7F6-B498-43B3-948B-1728B52AA6E4}">
                <adec:decorative xmlns:adec="http://schemas.microsoft.com/office/drawing/2017/decorative" val="1"/>
              </a:ext>
            </a:extLst>
          </p:cNvPr>
          <p:cNvCxnSpPr>
            <a:cxnSpLocks/>
          </p:cNvCxnSpPr>
          <p:nvPr/>
        </p:nvCxnSpPr>
        <p:spPr>
          <a:xfrm>
            <a:off x="8598189" y="0"/>
            <a:ext cx="0" cy="10287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EA981C2C-E0DD-29A7-8209-50D664881524}"/>
              </a:ext>
            </a:extLst>
          </p:cNvPr>
          <p:cNvSpPr>
            <a:spLocks noGrp="1"/>
          </p:cNvSpPr>
          <p:nvPr>
            <p:ph type="dt" sz="half" idx="15"/>
          </p:nvPr>
        </p:nvSpPr>
        <p:spPr>
          <a:xfrm rot="5400000">
            <a:off x="-1496618" y="7030643"/>
            <a:ext cx="4060035" cy="547688"/>
          </a:xfrm>
        </p:spPr>
        <p:txBody>
          <a:bodyPr/>
          <a:lstStyle/>
          <a:p>
            <a:fld id="{1D8BD707-D9CF-40AE-B4C6-C98DA3205C09}" type="datetimeFigureOut">
              <a:rPr lang="en-US" smtClean="0"/>
              <a:pPr/>
              <a:t>8/19/2026</a:t>
            </a:fld>
            <a:endParaRPr lang="en-US"/>
          </a:p>
        </p:txBody>
      </p:sp>
      <p:sp>
        <p:nvSpPr>
          <p:cNvPr id="6" name="Footer Placeholder 4">
            <a:extLst>
              <a:ext uri="{FF2B5EF4-FFF2-40B4-BE49-F238E27FC236}">
                <a16:creationId xmlns:a16="http://schemas.microsoft.com/office/drawing/2014/main" id="{D205369F-8CCB-402F-9055-2BF12262B54D}"/>
              </a:ext>
            </a:extLst>
          </p:cNvPr>
          <p:cNvSpPr>
            <a:spLocks noGrp="1"/>
          </p:cNvSpPr>
          <p:nvPr>
            <p:ph type="ftr" sz="quarter" idx="16"/>
          </p:nvPr>
        </p:nvSpPr>
        <p:spPr>
          <a:xfrm rot="16200000" flipH="1">
            <a:off x="-1696742" y="2389436"/>
            <a:ext cx="4460283" cy="547688"/>
          </a:xfrm>
        </p:spPr>
        <p:txBody>
          <a:bodyPr/>
          <a:lstStyle/>
          <a:p>
            <a:endParaRPr lang="en-US"/>
          </a:p>
        </p:txBody>
      </p:sp>
      <p:sp>
        <p:nvSpPr>
          <p:cNvPr id="7" name="Slide Number Placeholder 5">
            <a:extLst>
              <a:ext uri="{FF2B5EF4-FFF2-40B4-BE49-F238E27FC236}">
                <a16:creationId xmlns:a16="http://schemas.microsoft.com/office/drawing/2014/main" id="{133591F2-4BD3-37D0-B00E-B2CD5F47A36C}"/>
              </a:ext>
            </a:extLst>
          </p:cNvPr>
          <p:cNvSpPr>
            <a:spLocks noGrp="1"/>
          </p:cNvSpPr>
          <p:nvPr>
            <p:ph type="sldNum" sz="quarter" idx="17"/>
          </p:nvPr>
        </p:nvSpPr>
        <p:spPr>
          <a:xfrm>
            <a:off x="76676" y="9534526"/>
            <a:ext cx="861930" cy="547688"/>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136810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7280" y="480060"/>
            <a:ext cx="6858000" cy="1399032"/>
          </a:xfrm>
        </p:spPr>
        <p:txBody>
          <a:bodyPr anchor="b"/>
          <a:lstStyle>
            <a:lvl1pPr>
              <a:defRPr sz="48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97280" y="2071116"/>
            <a:ext cx="6858000" cy="747522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876581" y="0"/>
            <a:ext cx="9411419" cy="10287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B18BEB48-A052-9364-6EF6-F698004CA571}"/>
              </a:ext>
              <a:ext uri="{C183D7F6-B498-43B3-948B-1728B52AA6E4}">
                <adec:decorative xmlns:adec="http://schemas.microsoft.com/office/drawing/2017/decorative" val="1"/>
              </a:ext>
            </a:extLst>
          </p:cNvPr>
          <p:cNvCxnSpPr>
            <a:cxnSpLocks/>
          </p:cNvCxnSpPr>
          <p:nvPr/>
        </p:nvCxnSpPr>
        <p:spPr>
          <a:xfrm>
            <a:off x="8867586" y="0"/>
            <a:ext cx="0" cy="10287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417D8113-ECE6-D6F5-9CA4-C96A535F4799}"/>
              </a:ext>
            </a:extLst>
          </p:cNvPr>
          <p:cNvSpPr>
            <a:spLocks noGrp="1"/>
          </p:cNvSpPr>
          <p:nvPr>
            <p:ph type="dt" sz="half" idx="15"/>
          </p:nvPr>
        </p:nvSpPr>
        <p:spPr>
          <a:xfrm rot="5400000">
            <a:off x="-1496618" y="7030643"/>
            <a:ext cx="4060035" cy="547688"/>
          </a:xfrm>
        </p:spPr>
        <p:txBody>
          <a:bodyPr/>
          <a:lstStyle/>
          <a:p>
            <a:fld id="{1D8BD707-D9CF-40AE-B4C6-C98DA3205C09}" type="datetimeFigureOut">
              <a:rPr lang="en-US" smtClean="0"/>
              <a:pPr/>
              <a:t>8/19/2026</a:t>
            </a:fld>
            <a:endParaRPr lang="en-US"/>
          </a:p>
        </p:txBody>
      </p:sp>
      <p:sp>
        <p:nvSpPr>
          <p:cNvPr id="6" name="Footer Placeholder 4">
            <a:extLst>
              <a:ext uri="{FF2B5EF4-FFF2-40B4-BE49-F238E27FC236}">
                <a16:creationId xmlns:a16="http://schemas.microsoft.com/office/drawing/2014/main" id="{629A0137-F97A-8194-464D-3B7D4814A8AE}"/>
              </a:ext>
            </a:extLst>
          </p:cNvPr>
          <p:cNvSpPr>
            <a:spLocks noGrp="1"/>
          </p:cNvSpPr>
          <p:nvPr>
            <p:ph type="ftr" sz="quarter" idx="16"/>
          </p:nvPr>
        </p:nvSpPr>
        <p:spPr>
          <a:xfrm rot="16200000" flipH="1">
            <a:off x="-1696742" y="2389436"/>
            <a:ext cx="4460283" cy="547688"/>
          </a:xfrm>
        </p:spPr>
        <p:txBody>
          <a:bodyPr/>
          <a:lstStyle/>
          <a:p>
            <a:endParaRPr lang="en-US"/>
          </a:p>
        </p:txBody>
      </p:sp>
      <p:sp>
        <p:nvSpPr>
          <p:cNvPr id="7" name="Slide Number Placeholder 5">
            <a:extLst>
              <a:ext uri="{FF2B5EF4-FFF2-40B4-BE49-F238E27FC236}">
                <a16:creationId xmlns:a16="http://schemas.microsoft.com/office/drawing/2014/main" id="{E3FE5686-63A9-B1A1-5734-F96A96514650}"/>
              </a:ext>
            </a:extLst>
          </p:cNvPr>
          <p:cNvSpPr>
            <a:spLocks noGrp="1"/>
          </p:cNvSpPr>
          <p:nvPr>
            <p:ph type="sldNum" sz="quarter" idx="17"/>
          </p:nvPr>
        </p:nvSpPr>
        <p:spPr>
          <a:xfrm>
            <a:off x="76676" y="9534526"/>
            <a:ext cx="861930" cy="547688"/>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107231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7280" y="7518402"/>
            <a:ext cx="5609844" cy="2085495"/>
          </a:xfrm>
        </p:spPr>
        <p:txBody>
          <a:bodyPr anchor="t">
            <a:normAutofit/>
          </a:bodyPr>
          <a:lstStyle>
            <a:lvl1pPr>
              <a:defRPr sz="48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2" y="0"/>
            <a:ext cx="18288000" cy="6952698"/>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4" name="Footer Placeholder 5">
            <a:extLst>
              <a:ext uri="{FF2B5EF4-FFF2-40B4-BE49-F238E27FC236}">
                <a16:creationId xmlns:a16="http://schemas.microsoft.com/office/drawing/2014/main" id="{485E715F-A05B-F2BC-ABF4-447E9B58E0C2}"/>
              </a:ext>
            </a:extLst>
          </p:cNvPr>
          <p:cNvSpPr>
            <a:spLocks noGrp="1"/>
          </p:cNvSpPr>
          <p:nvPr>
            <p:ph type="ftr" sz="quarter" idx="15"/>
          </p:nvPr>
        </p:nvSpPr>
        <p:spPr>
          <a:xfrm rot="16200000">
            <a:off x="-748501" y="8526464"/>
            <a:ext cx="2563814" cy="547688"/>
          </a:xfrm>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7269480" y="7518401"/>
            <a:ext cx="9601200" cy="2085495"/>
          </a:xfrm>
        </p:spPr>
        <p:txBody>
          <a:bodyPr>
            <a:noAutofit/>
          </a:bodyPr>
          <a:lstStyle>
            <a:lvl1pPr marL="0" indent="0">
              <a:buFont typeface="Arial" panose="020B0604020202020204" pitchFamily="34" charset="0"/>
              <a:buNone/>
              <a:defRPr sz="2700">
                <a:solidFill>
                  <a:schemeClr val="tx1"/>
                </a:solidFill>
              </a:defRPr>
            </a:lvl1pPr>
            <a:lvl2pPr marL="342900" indent="0">
              <a:buFont typeface="Arial" panose="020B0604020202020204" pitchFamily="34" charset="0"/>
              <a:buNone/>
              <a:defRPr sz="2400">
                <a:solidFill>
                  <a:schemeClr val="tx1"/>
                </a:solidFill>
              </a:defRPr>
            </a:lvl2pPr>
            <a:lvl3pPr marL="685800" indent="0">
              <a:buFont typeface="Arial" panose="020B0604020202020204" pitchFamily="34" charset="0"/>
              <a:buNone/>
              <a:defRPr sz="2100">
                <a:solidFill>
                  <a:schemeClr val="tx1"/>
                </a:solidFill>
              </a:defRPr>
            </a:lvl3pPr>
            <a:lvl4pPr marL="1028700" indent="0">
              <a:buFont typeface="Arial" panose="020B0604020202020204" pitchFamily="34" charset="0"/>
              <a:buNone/>
              <a:defRPr sz="1800">
                <a:solidFill>
                  <a:schemeClr val="tx1"/>
                </a:solidFill>
              </a:defRPr>
            </a:lvl4pPr>
            <a:lvl5pPr marL="1371600" indent="0">
              <a:buFont typeface="Arial" panose="020B0604020202020204" pitchFamily="34" charset="0"/>
              <a:buNone/>
              <a:defRPr sz="165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6760939" y="8152610"/>
            <a:ext cx="1816101" cy="547688"/>
          </a:xfrm>
        </p:spPr>
        <p:txBody>
          <a:bodyPr/>
          <a:lstStyle>
            <a:lvl1pPr>
              <a:defRPr>
                <a:solidFill>
                  <a:schemeClr val="tx1"/>
                </a:solidFill>
              </a:defRPr>
            </a:lvl1pPr>
          </a:lstStyle>
          <a:p>
            <a:fld id="{1D8BD707-D9CF-40AE-B4C6-C98DA3205C09}" type="datetimeFigureOut">
              <a:rPr lang="en-US" smtClean="0"/>
              <a:pPr/>
              <a:t>8/19/2026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B6F15528-21DE-4FAA-801E-634DDDAF4B2B}" type="slidenum">
              <a:rPr lang="en-US" smtClean="0"/>
              <a:pPr/>
              <a:t>‹#›</a:t>
            </a:fld>
            <a:endParaRPr lang="en-US"/>
          </a:p>
        </p:txBody>
      </p:sp>
      <p:cxnSp>
        <p:nvCxnSpPr>
          <p:cNvPr id="3" name="Straight Connector 2">
            <a:extLst>
              <a:ext uri="{FF2B5EF4-FFF2-40B4-BE49-F238E27FC236}">
                <a16:creationId xmlns:a16="http://schemas.microsoft.com/office/drawing/2014/main" id="{2A2B6090-1D21-5610-7943-4C4F96A6C767}"/>
              </a:ext>
              <a:ext uri="{C183D7F6-B498-43B3-948B-1728B52AA6E4}">
                <adec:decorative xmlns:adec="http://schemas.microsoft.com/office/drawing/2017/decorative" val="1"/>
              </a:ext>
            </a:extLst>
          </p:cNvPr>
          <p:cNvCxnSpPr>
            <a:cxnSpLocks/>
          </p:cNvCxnSpPr>
          <p:nvPr/>
        </p:nvCxnSpPr>
        <p:spPr>
          <a:xfrm flipH="1">
            <a:off x="0" y="6957345"/>
            <a:ext cx="1828799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04237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960121" y="7324344"/>
            <a:ext cx="5486405" cy="2180844"/>
          </a:xfrm>
        </p:spPr>
        <p:txBody>
          <a:bodyPr anchor="t">
            <a:normAutofit/>
          </a:bodyPr>
          <a:lstStyle>
            <a:lvl1pPr algn="ctr">
              <a:defRPr sz="48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1097281" y="822964"/>
            <a:ext cx="5235263" cy="6062471"/>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7406640" y="823913"/>
            <a:ext cx="9841707" cy="8639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1D8BD707-D9CF-40AE-B4C6-C98DA3205C09}" type="datetimeFigureOut">
              <a:rPr lang="en-US" smtClean="0"/>
              <a:pPr/>
              <a:t>8/19/2026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B6F15528-21DE-4FAA-801E-634DDDAF4B2B}" type="slidenum">
              <a:rPr lang="en-US" smtClean="0"/>
              <a:pPr/>
              <a:t>‹#›</a:t>
            </a:fld>
            <a:endParaRPr lang="en-US"/>
          </a:p>
        </p:txBody>
      </p:sp>
      <p:cxnSp>
        <p:nvCxnSpPr>
          <p:cNvPr id="3" name="Straight Connector 2">
            <a:extLst>
              <a:ext uri="{FF2B5EF4-FFF2-40B4-BE49-F238E27FC236}">
                <a16:creationId xmlns:a16="http://schemas.microsoft.com/office/drawing/2014/main" id="{619C3A72-7CAE-129F-7490-B687280EF1C9}"/>
              </a:ext>
              <a:ext uri="{C183D7F6-B498-43B3-948B-1728B52AA6E4}">
                <adec:decorative xmlns:adec="http://schemas.microsoft.com/office/drawing/2017/decorative" val="1"/>
              </a:ext>
            </a:extLst>
          </p:cNvPr>
          <p:cNvCxnSpPr>
            <a:cxnSpLocks/>
          </p:cNvCxnSpPr>
          <p:nvPr/>
        </p:nvCxnSpPr>
        <p:spPr>
          <a:xfrm>
            <a:off x="6969176" y="0"/>
            <a:ext cx="0" cy="10287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22319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77246" y="839012"/>
            <a:ext cx="16133505" cy="1399032"/>
          </a:xfrm>
        </p:spPr>
        <p:txBody>
          <a:bodyPr anchor="b"/>
          <a:lstStyle/>
          <a:p>
            <a:r>
              <a:rPr lang="en-US"/>
              <a:t>Click to edit Master title style</a:t>
            </a:r>
          </a:p>
        </p:txBody>
      </p:sp>
      <p:sp>
        <p:nvSpPr>
          <p:cNvPr id="9" name="Footer Placeholder 5">
            <a:extLst>
              <a:ext uri="{FF2B5EF4-FFF2-40B4-BE49-F238E27FC236}">
                <a16:creationId xmlns:a16="http://schemas.microsoft.com/office/drawing/2014/main" id="{3C89FBB9-2C05-A4C1-ECB4-D6A5C4219E42}"/>
              </a:ext>
            </a:extLst>
          </p:cNvPr>
          <p:cNvSpPr>
            <a:spLocks noGrp="1"/>
          </p:cNvSpPr>
          <p:nvPr>
            <p:ph type="ftr" sz="quarter" idx="16"/>
          </p:nvPr>
        </p:nvSpPr>
        <p:spPr>
          <a:xfrm rot="16200000" flipH="1">
            <a:off x="-1696742" y="2389436"/>
            <a:ext cx="4460283" cy="547688"/>
          </a:xfrm>
        </p:spPr>
        <p:txBody>
          <a:bodyPr/>
          <a:lstStyle>
            <a:lvl1pPr>
              <a:defRPr>
                <a:solidFill>
                  <a:schemeClr val="tx1"/>
                </a:solidFill>
              </a:defRPr>
            </a:lvl1pPr>
          </a:lstStyle>
          <a:p>
            <a:endParaRPr lang="en-US"/>
          </a:p>
        </p:txBody>
      </p:sp>
      <p:sp>
        <p:nvSpPr>
          <p:cNvPr id="3" name="Date Placeholder 4">
            <a:extLst>
              <a:ext uri="{FF2B5EF4-FFF2-40B4-BE49-F238E27FC236}">
                <a16:creationId xmlns:a16="http://schemas.microsoft.com/office/drawing/2014/main" id="{BBB07A11-50DE-6BC0-0514-6E2C14A47985}"/>
              </a:ext>
            </a:extLst>
          </p:cNvPr>
          <p:cNvSpPr>
            <a:spLocks noGrp="1"/>
          </p:cNvSpPr>
          <p:nvPr>
            <p:ph type="dt" sz="half" idx="15"/>
          </p:nvPr>
        </p:nvSpPr>
        <p:spPr>
          <a:xfrm rot="16200000" flipH="1">
            <a:off x="-1496619" y="6892420"/>
            <a:ext cx="4060035" cy="547688"/>
          </a:xfrm>
        </p:spPr>
        <p:txBody>
          <a:bodyPr/>
          <a:lstStyle>
            <a:lvl1pPr algn="l">
              <a:defRPr>
                <a:solidFill>
                  <a:schemeClr val="tx1"/>
                </a:solidFill>
              </a:defRPr>
            </a:lvl1pPr>
          </a:lstStyle>
          <a:p>
            <a:fld id="{1D8BD707-D9CF-40AE-B4C6-C98DA3205C09}" type="datetimeFigureOut">
              <a:rPr lang="en-US" smtClean="0"/>
              <a:pPr/>
              <a:t>8/19/2026</a:t>
            </a:fld>
            <a:endParaRPr lang="en-US"/>
          </a:p>
        </p:txBody>
      </p:sp>
      <p:sp>
        <p:nvSpPr>
          <p:cNvPr id="6" name="Slide Number Placeholder 6">
            <a:extLst>
              <a:ext uri="{FF2B5EF4-FFF2-40B4-BE49-F238E27FC236}">
                <a16:creationId xmlns:a16="http://schemas.microsoft.com/office/drawing/2014/main" id="{03ED5F49-F9F7-05A9-62AC-C9C8DF2EADE8}"/>
              </a:ext>
            </a:extLst>
          </p:cNvPr>
          <p:cNvSpPr>
            <a:spLocks noGrp="1"/>
          </p:cNvSpPr>
          <p:nvPr>
            <p:ph type="sldNum" sz="quarter" idx="17"/>
          </p:nvPr>
        </p:nvSpPr>
        <p:spPr>
          <a:xfrm>
            <a:off x="132854" y="9396302"/>
            <a:ext cx="861930" cy="547688"/>
          </a:xfrm>
        </p:spPr>
        <p:txBody>
          <a:bodyPr/>
          <a:lstStyle>
            <a:lvl1pPr>
              <a:defRPr>
                <a:solidFill>
                  <a:schemeClr val="tx1"/>
                </a:solidFill>
              </a:defRPr>
            </a:lvl1pPr>
          </a:lstStyle>
          <a:p>
            <a:fld id="{B6F15528-21DE-4FAA-801E-634DDDAF4B2B}" type="slidenum">
              <a:rPr lang="en-US" smtClean="0"/>
              <a:pPr/>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066800" y="2570479"/>
            <a:ext cx="6580518" cy="69194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8488391" y="2570480"/>
            <a:ext cx="9799607" cy="7716521"/>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marL="0" indent="0">
              <a:buFont typeface="Arial" panose="020B0604020202020204" pitchFamily="34" charset="0"/>
              <a:buNone/>
              <a:defRPr lang="en-US" dirty="0"/>
            </a:lvl1pPr>
          </a:lstStyle>
          <a:p>
            <a:pPr marL="428625" lvl="0" indent="-428625"/>
            <a:r>
              <a:rPr lang="en-US"/>
              <a:t> </a:t>
            </a:r>
          </a:p>
        </p:txBody>
      </p:sp>
    </p:spTree>
    <p:extLst>
      <p:ext uri="{BB962C8B-B14F-4D97-AF65-F5344CB8AC3E}">
        <p14:creationId xmlns:p14="http://schemas.microsoft.com/office/powerpoint/2010/main" val="8265336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7BBF55A-D91F-143D-FBB6-73995F00EAC2}"/>
              </a:ext>
            </a:extLst>
          </p:cNvPr>
          <p:cNvSpPr>
            <a:spLocks noGrp="1"/>
          </p:cNvSpPr>
          <p:nvPr>
            <p:ph type="title"/>
          </p:nvPr>
        </p:nvSpPr>
        <p:spPr>
          <a:xfrm>
            <a:off x="3086101" y="7406642"/>
            <a:ext cx="10481306" cy="2029968"/>
          </a:xfrm>
        </p:spPr>
        <p:txBody>
          <a:bodyPr anchor="t">
            <a:normAutofit/>
          </a:bodyPr>
          <a:lstStyle>
            <a:lvl1pPr>
              <a:lnSpc>
                <a:spcPct val="110000"/>
              </a:lnSpc>
              <a:spcBef>
                <a:spcPts val="1500"/>
              </a:spcBef>
              <a:defRPr sz="42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Content Placeholder 8">
            <a:extLst>
              <a:ext uri="{FF2B5EF4-FFF2-40B4-BE49-F238E27FC236}">
                <a16:creationId xmlns:a16="http://schemas.microsoft.com/office/drawing/2014/main" id="{072A4B4E-0B2F-F1BB-322A-713D1FB5F2FE}"/>
              </a:ext>
            </a:extLst>
          </p:cNvPr>
          <p:cNvSpPr>
            <a:spLocks noGrp="1"/>
          </p:cNvSpPr>
          <p:nvPr>
            <p:ph sz="quarter" idx="13" hasCustomPrompt="1"/>
          </p:nvPr>
        </p:nvSpPr>
        <p:spPr>
          <a:xfrm>
            <a:off x="3086100" y="823532"/>
            <a:ext cx="14182725" cy="6500813"/>
          </a:xfrm>
        </p:spPr>
        <p:txBody>
          <a:bodyPr anchor="b">
            <a:normAutofit/>
          </a:bodyPr>
          <a:lstStyle>
            <a:lvl1pPr>
              <a:defRPr sz="348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1D8BD707-D9CF-40AE-B4C6-C98DA3205C09}" type="datetimeFigureOut">
              <a:rPr lang="en-US" smtClean="0"/>
              <a:pPr/>
              <a:t>8/19/2026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B6F15528-21DE-4FAA-801E-634DDDAF4B2B}" type="slidenum">
              <a:rPr lang="en-US" smtClean="0"/>
              <a:pPr/>
              <a:t>‹#›</a:t>
            </a:fld>
            <a:endParaRPr lang="en-US"/>
          </a:p>
        </p:txBody>
      </p:sp>
      <p:cxnSp>
        <p:nvCxnSpPr>
          <p:cNvPr id="7" name="Straight Connector 6">
            <a:extLst>
              <a:ext uri="{FF2B5EF4-FFF2-40B4-BE49-F238E27FC236}">
                <a16:creationId xmlns:a16="http://schemas.microsoft.com/office/drawing/2014/main" id="{8546D47F-2AE5-2705-911C-52BBD6B7D8EA}"/>
              </a:ext>
            </a:extLst>
          </p:cNvPr>
          <p:cNvCxnSpPr>
            <a:cxnSpLocks/>
          </p:cNvCxnSpPr>
          <p:nvPr/>
        </p:nvCxnSpPr>
        <p:spPr>
          <a:xfrm flipV="1">
            <a:off x="2057400" y="0"/>
            <a:ext cx="0" cy="10287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763980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hasCustomPrompt="1"/>
          </p:nvPr>
        </p:nvSpPr>
        <p:spPr>
          <a:xfrm>
            <a:off x="918972" y="-1842189"/>
            <a:ext cx="15979140" cy="1700784"/>
          </a:xfrm>
        </p:spPr>
        <p:txBody>
          <a:bodyPr/>
          <a:lstStyle>
            <a:lvl1pPr>
              <a:defRPr cap="none"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endParaRPr lang="en-US"/>
          </a:p>
        </p:txBody>
      </p:sp>
      <p:sp>
        <p:nvSpPr>
          <p:cNvPr id="7" name="Content Placeholder 6">
            <a:extLst>
              <a:ext uri="{FF2B5EF4-FFF2-40B4-BE49-F238E27FC236}">
                <a16:creationId xmlns:a16="http://schemas.microsoft.com/office/drawing/2014/main" id="{EAA4897F-B66E-DAD4-F56C-6152B417CC54}"/>
              </a:ext>
            </a:extLst>
          </p:cNvPr>
          <p:cNvSpPr>
            <a:spLocks noGrp="1"/>
          </p:cNvSpPr>
          <p:nvPr>
            <p:ph sz="quarter" idx="13" hasCustomPrompt="1"/>
          </p:nvPr>
        </p:nvSpPr>
        <p:spPr>
          <a:xfrm>
            <a:off x="3936207" y="3403123"/>
            <a:ext cx="10415586" cy="5931383"/>
          </a:xfrm>
        </p:spPr>
        <p:txBody>
          <a:bodyPr anchor="ctr" anchorCtr="0">
            <a:noAutofit/>
          </a:bodyPr>
          <a:lstStyle>
            <a:lvl1pPr marL="0" indent="0" algn="ctr">
              <a:lnSpc>
                <a:spcPct val="110000"/>
              </a:lnSpc>
              <a:buNone/>
              <a:defRPr sz="6600" b="0" cap="all" baseline="0">
                <a:solidFill>
                  <a:schemeClr val="tx1"/>
                </a:solidFill>
              </a:defRPr>
            </a:lvl1pPr>
            <a:lvl2pPr marL="342900" indent="0" algn="ctr">
              <a:lnSpc>
                <a:spcPct val="110000"/>
              </a:lnSpc>
              <a:buNone/>
              <a:defRPr sz="6600" b="0" cap="all" baseline="0">
                <a:solidFill>
                  <a:schemeClr val="tx1"/>
                </a:solidFill>
              </a:defRPr>
            </a:lvl2pPr>
            <a:lvl3pPr marL="685800" indent="0" algn="ctr">
              <a:lnSpc>
                <a:spcPct val="110000"/>
              </a:lnSpc>
              <a:buNone/>
              <a:defRPr sz="6600" b="0" cap="all" baseline="0">
                <a:solidFill>
                  <a:schemeClr val="tx1"/>
                </a:solidFill>
              </a:defRPr>
            </a:lvl3pPr>
            <a:lvl4pPr marL="1028700" indent="0" algn="ctr">
              <a:lnSpc>
                <a:spcPct val="110000"/>
              </a:lnSpc>
              <a:buNone/>
              <a:defRPr sz="6600" b="0" cap="all" baseline="0">
                <a:solidFill>
                  <a:schemeClr val="tx1"/>
                </a:solidFill>
              </a:defRPr>
            </a:lvl4pPr>
            <a:lvl5pPr marL="1371600" indent="0" algn="ctr">
              <a:lnSpc>
                <a:spcPct val="110000"/>
              </a:lnSpc>
              <a:buNone/>
              <a:defRPr sz="66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1D8BD707-D9CF-40AE-B4C6-C98DA3205C09}" type="datetimeFigureOut">
              <a:rPr lang="en-US" smtClean="0"/>
              <a:pPr/>
              <a:t>8/19/2026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B6F15528-21DE-4FAA-801E-634DDDAF4B2B}" type="slidenum">
              <a:rPr lang="en-US" smtClean="0"/>
              <a:pPr/>
              <a:t>‹#›</a:t>
            </a:fld>
            <a:endParaRPr lang="en-US"/>
          </a:p>
        </p:txBody>
      </p:sp>
      <p:sp>
        <p:nvSpPr>
          <p:cNvPr id="6" name="Freeform: Shape 15">
            <a:extLst>
              <a:ext uri="{FF2B5EF4-FFF2-40B4-BE49-F238E27FC236}">
                <a16:creationId xmlns:a16="http://schemas.microsoft.com/office/drawing/2014/main" id="{8EFA7EFC-C6F9-B1D5-025F-824C1CE9A204}"/>
              </a:ext>
              <a:ext uri="{C183D7F6-B498-43B3-948B-1728B52AA6E4}">
                <adec:decorative xmlns:adec="http://schemas.microsoft.com/office/drawing/2017/decorative" val="1"/>
              </a:ext>
            </a:extLst>
          </p:cNvPr>
          <p:cNvSpPr/>
          <p:nvPr/>
        </p:nvSpPr>
        <p:spPr>
          <a:xfrm rot="16200000">
            <a:off x="4585808" y="-2145569"/>
            <a:ext cx="9116385" cy="15766058"/>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700">
              <a:solidFill>
                <a:schemeClr val="tx1"/>
              </a:solidFill>
            </a:endParaRPr>
          </a:p>
        </p:txBody>
      </p:sp>
    </p:spTree>
    <p:extLst>
      <p:ext uri="{BB962C8B-B14F-4D97-AF65-F5344CB8AC3E}">
        <p14:creationId xmlns:p14="http://schemas.microsoft.com/office/powerpoint/2010/main" val="22448836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D87B9B-22A3-322E-B7E8-223255AD0957}"/>
              </a:ext>
            </a:extLst>
          </p:cNvPr>
          <p:cNvSpPr>
            <a:spLocks noGrp="1"/>
          </p:cNvSpPr>
          <p:nvPr>
            <p:ph type="title" hasCustomPrompt="1"/>
          </p:nvPr>
        </p:nvSpPr>
        <p:spPr>
          <a:xfrm>
            <a:off x="4410252" y="8503920"/>
            <a:ext cx="9467496" cy="699516"/>
          </a:xfrm>
        </p:spPr>
        <p:txBody>
          <a:bodyPr anchor="ctr">
            <a:normAutofit/>
          </a:bodyPr>
          <a:lstStyle>
            <a:lvl1pPr algn="ctr">
              <a:lnSpc>
                <a:spcPct val="110000"/>
              </a:lnSpc>
              <a:spcBef>
                <a:spcPts val="1500"/>
              </a:spcBef>
              <a:defRPr sz="2700" cap="all" baseline="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8">
            <a:extLst>
              <a:ext uri="{FF2B5EF4-FFF2-40B4-BE49-F238E27FC236}">
                <a16:creationId xmlns:a16="http://schemas.microsoft.com/office/drawing/2014/main" id="{6A9BC83F-8FE5-5223-2B3A-6E122D336309}"/>
              </a:ext>
            </a:extLst>
          </p:cNvPr>
          <p:cNvSpPr>
            <a:spLocks noGrp="1"/>
          </p:cNvSpPr>
          <p:nvPr>
            <p:ph sz="quarter" idx="13" hasCustomPrompt="1"/>
          </p:nvPr>
        </p:nvSpPr>
        <p:spPr>
          <a:xfrm>
            <a:off x="3895703" y="2616867"/>
            <a:ext cx="10496595" cy="5261859"/>
          </a:xfrm>
        </p:spPr>
        <p:txBody>
          <a:bodyPr anchor="b">
            <a:normAutofit/>
          </a:bodyPr>
          <a:lstStyle>
            <a:lvl1pPr algn="ctr">
              <a:lnSpc>
                <a:spcPct val="100000"/>
              </a:lnSpc>
              <a:spcBef>
                <a:spcPts val="0"/>
              </a:spcBef>
              <a:defRPr sz="9000" cap="all" baseline="0">
                <a:latin typeface="+mn-lt"/>
              </a:defRPr>
            </a:lvl1pPr>
          </a:lstStyle>
          <a:p>
            <a:pPr lvl="0"/>
            <a:r>
              <a:rPr lang="en-US"/>
              <a:t>Click to add Quote</a:t>
            </a:r>
          </a:p>
        </p:txBody>
      </p:sp>
      <p:sp>
        <p:nvSpPr>
          <p:cNvPr id="9" name="Freeform: Shape 15">
            <a:extLst>
              <a:ext uri="{FF2B5EF4-FFF2-40B4-BE49-F238E27FC236}">
                <a16:creationId xmlns:a16="http://schemas.microsoft.com/office/drawing/2014/main" id="{9F353A57-FA3C-A68C-4908-E774A52CB1B6}"/>
              </a:ext>
              <a:ext uri="{C183D7F6-B498-43B3-948B-1728B52AA6E4}">
                <adec:decorative xmlns:adec="http://schemas.microsoft.com/office/drawing/2017/decorative" val="1"/>
              </a:ext>
            </a:extLst>
          </p:cNvPr>
          <p:cNvSpPr/>
          <p:nvPr/>
        </p:nvSpPr>
        <p:spPr>
          <a:xfrm rot="16200000">
            <a:off x="4217070" y="-2522960"/>
            <a:ext cx="9853863" cy="15766058"/>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700">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1D8BD707-D9CF-40AE-B4C6-C98DA3205C09}" type="datetimeFigureOut">
              <a:rPr lang="en-US" smtClean="0"/>
              <a:pPr/>
              <a:t>8/19/2026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0676230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7280" y="548640"/>
            <a:ext cx="16111728" cy="1698387"/>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Content Placeholder 3">
            <a:extLst>
              <a:ext uri="{FF2B5EF4-FFF2-40B4-BE49-F238E27FC236}">
                <a16:creationId xmlns:a16="http://schemas.microsoft.com/office/drawing/2014/main" id="{2172FE6B-A4D8-8ED7-89D7-5E7F2C5B8F5F}"/>
              </a:ext>
            </a:extLst>
          </p:cNvPr>
          <p:cNvSpPr>
            <a:spLocks noGrp="1"/>
          </p:cNvSpPr>
          <p:nvPr>
            <p:ph sz="quarter" idx="15"/>
          </p:nvPr>
        </p:nvSpPr>
        <p:spPr>
          <a:xfrm>
            <a:off x="1097757" y="3155158"/>
            <a:ext cx="7772400" cy="65270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686405AE-ED31-677D-86D8-01EAD583735E}"/>
              </a:ext>
            </a:extLst>
          </p:cNvPr>
          <p:cNvSpPr>
            <a:spLocks noGrp="1"/>
          </p:cNvSpPr>
          <p:nvPr>
            <p:ph sz="quarter" idx="16"/>
          </p:nvPr>
        </p:nvSpPr>
        <p:spPr>
          <a:xfrm>
            <a:off x="9427421" y="3154682"/>
            <a:ext cx="7772400" cy="65270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1D8BD707-D9CF-40AE-B4C6-C98DA3205C09}" type="datetimeFigureOut">
              <a:rPr lang="en-US" smtClean="0"/>
              <a:pPr/>
              <a:t>8/19/2026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3913511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5A6F3D-6630-C2E0-DC0A-6D2C0AACFF58}"/>
              </a:ext>
            </a:extLst>
          </p:cNvPr>
          <p:cNvSpPr>
            <a:spLocks noGrp="1"/>
          </p:cNvSpPr>
          <p:nvPr>
            <p:ph type="title"/>
          </p:nvPr>
        </p:nvSpPr>
        <p:spPr>
          <a:xfrm>
            <a:off x="1097280" y="548640"/>
            <a:ext cx="16111728" cy="1698387"/>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097281" y="3154680"/>
            <a:ext cx="7736681" cy="839751"/>
          </a:xfrm>
        </p:spPr>
        <p:txBody>
          <a:bodyPr anchor="b">
            <a:normAutofit/>
          </a:bodyPr>
          <a:lstStyle>
            <a:lvl1pPr marL="0" indent="0">
              <a:lnSpc>
                <a:spcPct val="90000"/>
              </a:lnSpc>
              <a:buNone/>
              <a:defRPr sz="3000" b="0" cap="all" baseline="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2" name="Content Placeholder 3">
            <a:extLst>
              <a:ext uri="{FF2B5EF4-FFF2-40B4-BE49-F238E27FC236}">
                <a16:creationId xmlns:a16="http://schemas.microsoft.com/office/drawing/2014/main" id="{9C38DBB1-A1FA-A460-88C8-B05F1570CA97}"/>
              </a:ext>
            </a:extLst>
          </p:cNvPr>
          <p:cNvSpPr>
            <a:spLocks noGrp="1"/>
          </p:cNvSpPr>
          <p:nvPr>
            <p:ph sz="quarter" idx="15"/>
          </p:nvPr>
        </p:nvSpPr>
        <p:spPr>
          <a:xfrm>
            <a:off x="1097758" y="4114801"/>
            <a:ext cx="7735781" cy="56459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9464040" y="3154680"/>
            <a:ext cx="7774782" cy="839751"/>
          </a:xfrm>
        </p:spPr>
        <p:txBody>
          <a:bodyPr anchor="b">
            <a:normAutofit/>
          </a:bodyPr>
          <a:lstStyle>
            <a:lvl1pPr marL="0" indent="0">
              <a:lnSpc>
                <a:spcPct val="90000"/>
              </a:lnSpc>
              <a:buNone/>
              <a:defRPr sz="3000" b="0" cap="all" baseline="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3">
            <a:extLst>
              <a:ext uri="{FF2B5EF4-FFF2-40B4-BE49-F238E27FC236}">
                <a16:creationId xmlns:a16="http://schemas.microsoft.com/office/drawing/2014/main" id="{82D763CC-A010-6A2B-FEF3-388EAC8417D7}"/>
              </a:ext>
            </a:extLst>
          </p:cNvPr>
          <p:cNvSpPr>
            <a:spLocks noGrp="1"/>
          </p:cNvSpPr>
          <p:nvPr>
            <p:ph sz="quarter" idx="16"/>
          </p:nvPr>
        </p:nvSpPr>
        <p:spPr>
          <a:xfrm>
            <a:off x="9464042" y="4114801"/>
            <a:ext cx="7774782" cy="56459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1D8BD707-D9CF-40AE-B4C6-C98DA3205C09}" type="datetimeFigureOut">
              <a:rPr lang="en-US" smtClean="0"/>
              <a:pPr/>
              <a:t>8/19/2026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11611609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0796BC8-E1B7-E6D6-E86F-4A5CAECDFEFC}"/>
              </a:ext>
            </a:extLst>
          </p:cNvPr>
          <p:cNvSpPr>
            <a:spLocks noGrp="1"/>
          </p:cNvSpPr>
          <p:nvPr>
            <p:ph type="title"/>
          </p:nvPr>
        </p:nvSpPr>
        <p:spPr>
          <a:xfrm>
            <a:off x="1097280" y="548640"/>
            <a:ext cx="16111728" cy="1698387"/>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1D8BD707-D9CF-40AE-B4C6-C98DA3205C09}" type="datetimeFigureOut">
              <a:rPr lang="en-US" smtClean="0"/>
              <a:pPr/>
              <a:t>8/19/2026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35668282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1D8BD707-D9CF-40AE-B4C6-C98DA3205C09}" type="datetimeFigureOut">
              <a:rPr lang="en-US" smtClean="0"/>
              <a:pPr/>
              <a:t>8/19/2026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8884969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61873" y="685800"/>
            <a:ext cx="11013461" cy="1700784"/>
          </a:xfrm>
          <a:noFill/>
        </p:spPr>
        <p:txBody>
          <a:bodyPr anchor="b">
            <a:noAutofit/>
          </a:bodyPr>
          <a:lstStyle>
            <a:lvl1pPr>
              <a:defRPr sz="9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noFill/>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261872" y="3936492"/>
            <a:ext cx="15636240" cy="4800600"/>
          </a:xfrm>
          <a:noFill/>
        </p:spPr>
        <p:txBody>
          <a:bodyPr/>
          <a:lstStyle>
            <a:lvl1pPr marL="0" indent="0">
              <a:buNone/>
              <a:defRPr>
                <a:solidFill>
                  <a:schemeClr val="tx1"/>
                </a:solidFill>
              </a:defRPr>
            </a:lvl1pPr>
            <a:lvl2pPr marL="342900" indent="0">
              <a:buNone/>
              <a:defRPr>
                <a:solidFill>
                  <a:schemeClr val="tx1"/>
                </a:solidFill>
              </a:defRPr>
            </a:lvl2pPr>
            <a:lvl3pPr marL="685800" indent="0">
              <a:buNone/>
              <a:defRPr>
                <a:solidFill>
                  <a:schemeClr val="tx1"/>
                </a:solidFill>
              </a:defRPr>
            </a:lvl3pPr>
            <a:lvl4pPr marL="1028700" indent="0">
              <a:buNone/>
              <a:defRPr>
                <a:solidFill>
                  <a:schemeClr val="tx1"/>
                </a:solidFill>
              </a:defRPr>
            </a:lvl4pPr>
            <a:lvl5pPr marL="13716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noFill/>
        </p:spPr>
        <p:txBody>
          <a:bodyPr/>
          <a:lstStyle>
            <a:lvl1pPr>
              <a:defRPr>
                <a:solidFill>
                  <a:schemeClr val="tx1"/>
                </a:solidFill>
              </a:defRPr>
            </a:lvl1pPr>
          </a:lstStyle>
          <a:p>
            <a:fld id="{1D8BD707-D9CF-40AE-B4C6-C98DA3205C09}" type="datetimeFigureOut">
              <a:rPr lang="en-US" smtClean="0"/>
              <a:pPr/>
              <a:t>8/19/2026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noFill/>
        </p:spPr>
        <p:txBody>
          <a:bodyPr/>
          <a:lstStyle>
            <a:lvl1pPr>
              <a:defRPr>
                <a:solidFill>
                  <a:schemeClr val="tx1"/>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3109988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CE8CC034-C652-239B-0064-9B0543AC25C5}"/>
              </a:ext>
            </a:extLst>
          </p:cNvPr>
          <p:cNvSpPr>
            <a:spLocks noGrp="1"/>
          </p:cNvSpPr>
          <p:nvPr>
            <p:ph type="title"/>
          </p:nvPr>
        </p:nvSpPr>
        <p:spPr>
          <a:xfrm>
            <a:off x="1097280" y="548640"/>
            <a:ext cx="16111728" cy="1698387"/>
          </a:xfrm>
        </p:spPr>
        <p:txBody>
          <a:bodyPr/>
          <a:lstStyle>
            <a:lvl1pPr>
              <a:defRPr lang="en-US" dirty="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2" name="Content Placeholder 7">
            <a:extLst>
              <a:ext uri="{FF2B5EF4-FFF2-40B4-BE49-F238E27FC236}">
                <a16:creationId xmlns:a16="http://schemas.microsoft.com/office/drawing/2014/main" id="{D051F68D-E2E5-C625-0273-281CE6D4939F}"/>
              </a:ext>
            </a:extLst>
          </p:cNvPr>
          <p:cNvSpPr>
            <a:spLocks noGrp="1"/>
          </p:cNvSpPr>
          <p:nvPr>
            <p:ph sz="quarter" idx="13"/>
          </p:nvPr>
        </p:nvSpPr>
        <p:spPr>
          <a:xfrm>
            <a:off x="1097280" y="3452755"/>
            <a:ext cx="16111725" cy="5881748"/>
          </a:xfrm>
          <a:noFill/>
        </p:spPr>
        <p:txBody>
          <a:bodyPr/>
          <a:lstStyle>
            <a:lvl1pPr marL="0" indent="0">
              <a:buNone/>
              <a:defRPr>
                <a:solidFill>
                  <a:schemeClr val="tx1"/>
                </a:solidFill>
              </a:defRPr>
            </a:lvl1pPr>
            <a:lvl2pPr marL="342900" indent="0">
              <a:buNone/>
              <a:defRPr>
                <a:solidFill>
                  <a:schemeClr val="tx1"/>
                </a:solidFill>
              </a:defRPr>
            </a:lvl2pPr>
            <a:lvl3pPr marL="685800" indent="0">
              <a:buNone/>
              <a:defRPr>
                <a:solidFill>
                  <a:schemeClr val="tx1"/>
                </a:solidFill>
              </a:defRPr>
            </a:lvl3pPr>
            <a:lvl4pPr marL="1028700" indent="0">
              <a:buNone/>
              <a:defRPr>
                <a:solidFill>
                  <a:schemeClr val="tx1"/>
                </a:solidFill>
              </a:defRPr>
            </a:lvl4pPr>
            <a:lvl5pPr marL="13716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1D8BD707-D9CF-40AE-B4C6-C98DA3205C09}" type="datetimeFigureOut">
              <a:rPr lang="en-US" smtClean="0"/>
              <a:pPr/>
              <a:t>8/19/2026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03066110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1257300" y="877486"/>
            <a:ext cx="15773400" cy="1675217"/>
          </a:xfrm>
          <a:prstGeom prst="rect">
            <a:avLst/>
          </a:prstGeom>
        </p:spPr>
        <p:txBody>
          <a:bodyPr vert="horz" lIns="91440" tIns="45720" rIns="91440" bIns="45720" rtlCol="0" anchor="b">
            <a:normAutofit/>
          </a:bodyPr>
          <a:lstStyle/>
          <a:p>
            <a:r>
              <a:rPr lang="en-US"/>
              <a:t>Click to edit Master title style</a:t>
            </a:r>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16200000" flipH="1">
            <a:off x="-1696742" y="2389436"/>
            <a:ext cx="4460283" cy="547688"/>
          </a:xfrm>
          <a:prstGeom prst="rect">
            <a:avLst/>
          </a:prstGeom>
        </p:spPr>
        <p:txBody>
          <a:bodyPr vert="horz" lIns="91440" tIns="45720" rIns="91440" bIns="45720" rtlCol="0" anchor="ctr"/>
          <a:lstStyle>
            <a:lvl1pPr algn="r" rtl="0">
              <a:defRPr sz="1500">
                <a:solidFill>
                  <a:schemeClr val="tx1"/>
                </a:solidFill>
              </a:defRPr>
            </a:lvl1pPr>
          </a:lstStyle>
          <a:p>
            <a:endParaRPr lang="en-US"/>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1257300" y="3092204"/>
            <a:ext cx="15773400" cy="617220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5638972" y="7030643"/>
            <a:ext cx="4060035" cy="547688"/>
          </a:xfrm>
          <a:prstGeom prst="rect">
            <a:avLst/>
          </a:prstGeom>
        </p:spPr>
        <p:txBody>
          <a:bodyPr vert="horz" lIns="91440" tIns="45720" rIns="91440" bIns="45720" rtlCol="0" anchor="ctr"/>
          <a:lstStyle>
            <a:lvl1pPr algn="r" rtl="0">
              <a:defRPr sz="1500">
                <a:solidFill>
                  <a:schemeClr val="tx1"/>
                </a:solidFill>
              </a:defRPr>
            </a:lvl1pPr>
          </a:lstStyle>
          <a:p>
            <a:fld id="{1D8BD707-D9CF-40AE-B4C6-C98DA3205C09}" type="datetimeFigureOut">
              <a:rPr lang="en-US" smtClean="0"/>
              <a:pPr/>
              <a:t>8/19/2026</a:t>
            </a:fld>
            <a:endParaRPr lang="en-US"/>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7268444" y="9534526"/>
            <a:ext cx="861930" cy="547688"/>
          </a:xfrm>
          <a:prstGeom prst="rect">
            <a:avLst/>
          </a:prstGeom>
        </p:spPr>
        <p:txBody>
          <a:bodyPr vert="horz" lIns="91440" tIns="45720" rIns="91440" bIns="45720" rtlCol="0" anchor="ctr"/>
          <a:lstStyle>
            <a:lvl1pPr algn="ctr" rtl="0">
              <a:defRPr sz="1500">
                <a:solidFill>
                  <a:schemeClr val="tx1"/>
                </a:solidFill>
              </a:defRPr>
            </a:lvl1pPr>
          </a:lstStyle>
          <a:p>
            <a:fld id="{B6F15528-21DE-4FAA-801E-634DDDAF4B2B}" type="slidenum">
              <a:rPr lang="en-US" smtClean="0"/>
              <a:pPr/>
              <a:t>‹#›</a:t>
            </a:fld>
            <a:endParaRPr lang="en-US"/>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6" y="2736167"/>
            <a:ext cx="1828799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41273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Lst>
  <p:txStyles>
    <p:titleStyle>
      <a:lvl1pPr algn="l" defTabSz="1371600" rtl="0" eaLnBrk="1" latinLnBrk="0" hangingPunct="1">
        <a:lnSpc>
          <a:spcPct val="90000"/>
        </a:lnSpc>
        <a:spcBef>
          <a:spcPct val="0"/>
        </a:spcBef>
        <a:buNone/>
        <a:defRPr sz="6600" kern="1200" cap="all" baseline="0">
          <a:solidFill>
            <a:schemeClr val="tx1"/>
          </a:solidFill>
          <a:latin typeface="+mj-lt"/>
          <a:ea typeface="+mj-ea"/>
          <a:cs typeface="+mj-cs"/>
        </a:defRPr>
      </a:lvl1pPr>
    </p:titleStyle>
    <p:bodyStyle>
      <a:lvl1pPr marL="0" indent="0" algn="l" defTabSz="1371600" rtl="0" eaLnBrk="1" latinLnBrk="0" hangingPunct="1">
        <a:lnSpc>
          <a:spcPct val="110000"/>
        </a:lnSpc>
        <a:spcBef>
          <a:spcPts val="1500"/>
        </a:spcBef>
        <a:buSzPct val="80000"/>
        <a:buFont typeface="Arial" panose="020B0604020202020204" pitchFamily="34" charset="0"/>
        <a:buNone/>
        <a:defRPr sz="2700" kern="1200">
          <a:solidFill>
            <a:schemeClr val="tx1"/>
          </a:solidFill>
          <a:latin typeface="+mn-lt"/>
          <a:ea typeface="+mn-ea"/>
          <a:cs typeface="+mn-cs"/>
        </a:defRPr>
      </a:lvl1pPr>
      <a:lvl2pPr marL="754380" indent="-342900" algn="l" defTabSz="1371600" rtl="0" eaLnBrk="1" latinLnBrk="0" hangingPunct="1">
        <a:lnSpc>
          <a:spcPct val="110000"/>
        </a:lnSpc>
        <a:spcBef>
          <a:spcPts val="750"/>
        </a:spcBef>
        <a:buSzPct val="80000"/>
        <a:buFont typeface="Goudy Old Style" panose="02020502050305020303" pitchFamily="18" charset="0"/>
        <a:buChar char="–"/>
        <a:defRPr sz="2400" i="1" kern="1200">
          <a:solidFill>
            <a:schemeClr val="tx1"/>
          </a:solidFill>
          <a:latin typeface="+mn-lt"/>
          <a:ea typeface="+mn-ea"/>
          <a:cs typeface="+mn-cs"/>
        </a:defRPr>
      </a:lvl2pPr>
      <a:lvl3pPr marL="1234440" indent="-342900" algn="l" defTabSz="1371600" rtl="0" eaLnBrk="1" latinLnBrk="0" hangingPunct="1">
        <a:lnSpc>
          <a:spcPct val="110000"/>
        </a:lnSpc>
        <a:spcBef>
          <a:spcPts val="750"/>
        </a:spcBef>
        <a:buSzPct val="80000"/>
        <a:buFont typeface="Arial" panose="020B0604020202020204" pitchFamily="34" charset="0"/>
        <a:buChar char="•"/>
        <a:defRPr sz="2100" kern="1200">
          <a:solidFill>
            <a:schemeClr val="tx1"/>
          </a:solidFill>
          <a:latin typeface="+mn-lt"/>
          <a:ea typeface="+mn-ea"/>
          <a:cs typeface="+mn-cs"/>
        </a:defRPr>
      </a:lvl3pPr>
      <a:lvl4pPr marL="1645920" indent="-342900" algn="l" defTabSz="1371600" rtl="0" eaLnBrk="1" latinLnBrk="0" hangingPunct="1">
        <a:lnSpc>
          <a:spcPct val="110000"/>
        </a:lnSpc>
        <a:spcBef>
          <a:spcPts val="750"/>
        </a:spcBef>
        <a:buSzPct val="80000"/>
        <a:buFont typeface="Goudy Old Style" panose="02020502050305020303" pitchFamily="18" charset="0"/>
        <a:buChar char="–"/>
        <a:defRPr sz="2100" i="1" kern="1200">
          <a:solidFill>
            <a:schemeClr val="tx1"/>
          </a:solidFill>
          <a:latin typeface="+mn-lt"/>
          <a:ea typeface="+mn-ea"/>
          <a:cs typeface="+mn-cs"/>
        </a:defRPr>
      </a:lvl4pPr>
      <a:lvl5pPr marL="2057400" indent="-342900" algn="l" defTabSz="1371600" rtl="0" eaLnBrk="1" latinLnBrk="0" hangingPunct="1">
        <a:lnSpc>
          <a:spcPct val="110000"/>
        </a:lnSpc>
        <a:spcBef>
          <a:spcPts val="750"/>
        </a:spcBef>
        <a:buSzPct val="80000"/>
        <a:buFont typeface="Arial" panose="020B0604020202020204" pitchFamily="34" charset="0"/>
        <a:buChar char="•"/>
        <a:defRPr sz="21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9222" r="-9222"/>
            </a:stretch>
          </a:blipFill>
        </p:spPr>
      </p:sp>
      <p:graphicFrame>
        <p:nvGraphicFramePr>
          <p:cNvPr id="4" name="Table 4"/>
          <p:cNvGraphicFramePr>
            <a:graphicFrameLocks noGrp="1"/>
          </p:cNvGraphicFramePr>
          <p:nvPr>
            <p:extLst>
              <p:ext uri="{D42A27DB-BD31-4B8C-83A1-F6EECF244321}">
                <p14:modId xmlns:p14="http://schemas.microsoft.com/office/powerpoint/2010/main" val="1097952625"/>
              </p:ext>
            </p:extLst>
          </p:nvPr>
        </p:nvGraphicFramePr>
        <p:xfrm>
          <a:off x="4660225" y="4040846"/>
          <a:ext cx="7272789" cy="3760470"/>
        </p:xfrm>
        <a:graphic>
          <a:graphicData uri="http://schemas.openxmlformats.org/drawingml/2006/table">
            <a:tbl>
              <a:tblPr/>
              <a:tblGrid>
                <a:gridCol w="1025021">
                  <a:extLst>
                    <a:ext uri="{9D8B030D-6E8A-4147-A177-3AD203B41FA5}">
                      <a16:colId xmlns:a16="http://schemas.microsoft.com/office/drawing/2014/main" val="20000"/>
                    </a:ext>
                  </a:extLst>
                </a:gridCol>
                <a:gridCol w="3809294">
                  <a:extLst>
                    <a:ext uri="{9D8B030D-6E8A-4147-A177-3AD203B41FA5}">
                      <a16:colId xmlns:a16="http://schemas.microsoft.com/office/drawing/2014/main" val="20001"/>
                    </a:ext>
                  </a:extLst>
                </a:gridCol>
                <a:gridCol w="2438474">
                  <a:extLst>
                    <a:ext uri="{9D8B030D-6E8A-4147-A177-3AD203B41FA5}">
                      <a16:colId xmlns:a16="http://schemas.microsoft.com/office/drawing/2014/main" val="20002"/>
                    </a:ext>
                  </a:extLst>
                </a:gridCol>
              </a:tblGrid>
              <a:tr h="837157">
                <a:tc>
                  <a:txBody>
                    <a:bodyPr/>
                    <a:lstStyle/>
                    <a:p>
                      <a:pPr algn="ctr">
                        <a:lnSpc>
                          <a:spcPts val="2799"/>
                        </a:lnSpc>
                        <a:defRPr/>
                      </a:pPr>
                      <a:r>
                        <a:rPr lang="en-US" sz="1999" b="1">
                          <a:solidFill>
                            <a:srgbClr val="000000"/>
                          </a:solidFill>
                          <a:latin typeface="Lato Bold"/>
                          <a:ea typeface="Lato Bold"/>
                          <a:cs typeface="Lato Bold"/>
                          <a:sym typeface="Lato Bold"/>
                        </a:rPr>
                        <a:t>S.NO</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b="1">
                          <a:solidFill>
                            <a:srgbClr val="000000"/>
                          </a:solidFill>
                          <a:latin typeface="Lato Bold"/>
                          <a:ea typeface="Lato Bold"/>
                          <a:cs typeface="Lato Bold"/>
                          <a:sym typeface="Lato Bold"/>
                        </a:rPr>
                        <a:t>NAME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9"/>
                        </a:lnSpc>
                        <a:defRPr/>
                      </a:pPr>
                      <a:r>
                        <a:rPr lang="en-US" sz="1999" b="1">
                          <a:solidFill>
                            <a:srgbClr val="000000"/>
                          </a:solidFill>
                          <a:latin typeface="Lato Bold"/>
                          <a:ea typeface="Lato Bold"/>
                          <a:cs typeface="Lato Bold"/>
                          <a:sym typeface="Lato Bold"/>
                        </a:rPr>
                        <a:t>ROLL NUMBER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943004">
                <a:tc>
                  <a:txBody>
                    <a:bodyPr/>
                    <a:lstStyle/>
                    <a:p>
                      <a:pPr algn="ctr">
                        <a:lnSpc>
                          <a:spcPts val="3499"/>
                        </a:lnSpc>
                        <a:defRPr/>
                      </a:pPr>
                      <a:r>
                        <a:rPr lang="en-US" sz="2499">
                          <a:solidFill>
                            <a:srgbClr val="000000"/>
                          </a:solidFill>
                          <a:latin typeface="Lato"/>
                          <a:ea typeface="Lato"/>
                          <a:cs typeface="Lato"/>
                          <a:sym typeface="Lato"/>
                        </a:rPr>
                        <a:t>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800" dirty="0"/>
                        <a:t>J.NANDINI</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dirty="0">
                          <a:solidFill>
                            <a:srgbClr val="000000"/>
                          </a:solidFill>
                          <a:latin typeface="Lato"/>
                          <a:ea typeface="Lato"/>
                          <a:cs typeface="Lato"/>
                          <a:sym typeface="Lato"/>
                        </a:rPr>
                        <a:t>2420030262</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37305">
                <a:tc>
                  <a:txBody>
                    <a:bodyPr/>
                    <a:lstStyle/>
                    <a:p>
                      <a:pPr algn="ctr">
                        <a:lnSpc>
                          <a:spcPts val="3499"/>
                        </a:lnSpc>
                        <a:defRPr/>
                      </a:pPr>
                      <a:r>
                        <a:rPr lang="en-US" sz="2499">
                          <a:solidFill>
                            <a:srgbClr val="000000"/>
                          </a:solidFill>
                          <a:latin typeface="Lato"/>
                          <a:ea typeface="Lato"/>
                          <a:cs typeface="Lato"/>
                          <a:sym typeface="Lato"/>
                        </a:rPr>
                        <a:t>2</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00" dirty="0"/>
                        <a:t>S.SAI SARANYA</a:t>
                      </a: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dirty="0">
                          <a:solidFill>
                            <a:srgbClr val="000000"/>
                          </a:solidFill>
                          <a:latin typeface="Lato"/>
                          <a:ea typeface="Lato"/>
                          <a:cs typeface="Lato"/>
                          <a:sym typeface="Lato"/>
                        </a:rPr>
                        <a:t>2420030266</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943004">
                <a:tc>
                  <a:txBody>
                    <a:bodyPr/>
                    <a:lstStyle/>
                    <a:p>
                      <a:pPr algn="ctr">
                        <a:lnSpc>
                          <a:spcPts val="3499"/>
                        </a:lnSpc>
                        <a:defRPr/>
                      </a:pPr>
                      <a:r>
                        <a:rPr lang="en-US" sz="2499">
                          <a:solidFill>
                            <a:srgbClr val="000000"/>
                          </a:solidFill>
                          <a:latin typeface="Lato"/>
                          <a:ea typeface="Lato"/>
                          <a:cs typeface="Lato"/>
                          <a:sym typeface="Lato"/>
                        </a:rPr>
                        <a:t>3</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dirty="0">
                          <a:solidFill>
                            <a:srgbClr val="000000"/>
                          </a:solidFill>
                          <a:latin typeface="Lato"/>
                          <a:ea typeface="Lato"/>
                          <a:cs typeface="Lato"/>
                          <a:sym typeface="Lato"/>
                        </a:rPr>
                        <a:t>B.SAI CHARNA</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dirty="0">
                          <a:solidFill>
                            <a:srgbClr val="000000"/>
                          </a:solidFill>
                          <a:latin typeface="Lato"/>
                          <a:ea typeface="Lato"/>
                          <a:cs typeface="Lato"/>
                          <a:sym typeface="Lato"/>
                        </a:rPr>
                        <a:t>2420030364</a:t>
                      </a:r>
                      <a:endParaRPr lang="en-US" sz="1100" dirty="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Box 5"/>
          <p:cNvSpPr txBox="1"/>
          <p:nvPr/>
        </p:nvSpPr>
        <p:spPr>
          <a:xfrm>
            <a:off x="1060015" y="1039618"/>
            <a:ext cx="15683290" cy="2287806"/>
          </a:xfrm>
          <a:prstGeom prst="rect">
            <a:avLst/>
          </a:prstGeom>
        </p:spPr>
        <p:txBody>
          <a:bodyPr lIns="0" tIns="0" rIns="0" bIns="0" rtlCol="0" anchor="t">
            <a:spAutoFit/>
          </a:bodyPr>
          <a:lstStyle/>
          <a:p>
            <a:pPr>
              <a:defRPr sz="4600" b="1">
                <a:solidFill>
                  <a:srgbClr val="12223A"/>
                </a:solidFill>
              </a:defRPr>
            </a:pPr>
            <a:r>
              <a:rPr lang="en-US" sz="6000" dirty="0" err="1"/>
              <a:t>FlowSight</a:t>
            </a:r>
            <a:endParaRPr lang="en-US" sz="6000" dirty="0"/>
          </a:p>
          <a:p>
            <a:pPr>
              <a:spcBef>
                <a:spcPts val="800"/>
              </a:spcBef>
              <a:defRPr sz="2400">
                <a:solidFill>
                  <a:srgbClr val="2B68B5"/>
                </a:solidFill>
              </a:defRPr>
            </a:pPr>
            <a:r>
              <a:rPr lang="en-US" sz="3200" dirty="0"/>
              <a:t>A Real-Time Data Engineering Pipeline for Traffic Analytics</a:t>
            </a:r>
          </a:p>
          <a:p>
            <a:pPr algn="ctr">
              <a:lnSpc>
                <a:spcPts val="6000"/>
              </a:lnSpc>
            </a:pPr>
            <a:endParaRPr lang="en-US" sz="6000" b="1" dirty="0">
              <a:solidFill>
                <a:srgbClr val="1C3F60"/>
              </a:solidFill>
              <a:latin typeface="Inter Medium"/>
              <a:ea typeface="Inter Medium"/>
              <a:cs typeface="Inter Medium"/>
              <a:sym typeface="Inter Medium"/>
            </a:endParaRPr>
          </a:p>
        </p:txBody>
      </p:sp>
      <p:sp>
        <p:nvSpPr>
          <p:cNvPr id="6" name="TextBox 6"/>
          <p:cNvSpPr txBox="1"/>
          <p:nvPr/>
        </p:nvSpPr>
        <p:spPr>
          <a:xfrm>
            <a:off x="1028700" y="3327424"/>
            <a:ext cx="3631525" cy="1241237"/>
          </a:xfrm>
          <a:prstGeom prst="rect">
            <a:avLst/>
          </a:prstGeom>
        </p:spPr>
        <p:txBody>
          <a:bodyPr lIns="0" tIns="0" rIns="0" bIns="0" rtlCol="0" anchor="t">
            <a:spAutoFit/>
          </a:bodyPr>
          <a:lstStyle/>
          <a:p>
            <a:pPr algn="ctr">
              <a:lnSpc>
                <a:spcPts val="5040"/>
              </a:lnSpc>
            </a:pPr>
            <a:r>
              <a:rPr lang="en-US" sz="3600" b="1" dirty="0">
                <a:solidFill>
                  <a:srgbClr val="000000"/>
                </a:solidFill>
                <a:latin typeface="Canva Sans Bold"/>
                <a:ea typeface="Canva Sans Bold"/>
                <a:cs typeface="Canva Sans Bold"/>
                <a:sym typeface="Canva Sans Bold"/>
              </a:rPr>
              <a:t>Team:7 Members :</a:t>
            </a:r>
          </a:p>
        </p:txBody>
      </p:sp>
      <p:sp>
        <p:nvSpPr>
          <p:cNvPr id="7" name="TextBox 7"/>
          <p:cNvSpPr txBox="1"/>
          <p:nvPr/>
        </p:nvSpPr>
        <p:spPr>
          <a:xfrm>
            <a:off x="1184255" y="8868117"/>
            <a:ext cx="6232803" cy="1241237"/>
          </a:xfrm>
          <a:prstGeom prst="rect">
            <a:avLst/>
          </a:prstGeom>
        </p:spPr>
        <p:txBody>
          <a:bodyPr lIns="0" tIns="0" rIns="0" bIns="0" rtlCol="0" anchor="t">
            <a:spAutoFit/>
          </a:bodyPr>
          <a:lstStyle/>
          <a:p>
            <a:pPr algn="ctr">
              <a:lnSpc>
                <a:spcPts val="5040"/>
              </a:lnSpc>
            </a:pPr>
            <a:r>
              <a:rPr lang="en-US" sz="3600" b="1" dirty="0">
                <a:solidFill>
                  <a:srgbClr val="000000"/>
                </a:solidFill>
                <a:latin typeface="Canva Sans Bold"/>
                <a:ea typeface="Canva Sans Bold"/>
                <a:cs typeface="Canva Sans Bold"/>
                <a:sym typeface="Canva Sans Bold"/>
              </a:rPr>
              <a:t>Faculty Guide : Dr. N Sirisha</a:t>
            </a:r>
          </a:p>
          <a:p>
            <a:pPr algn="ctr">
              <a:lnSpc>
                <a:spcPts val="5040"/>
              </a:lnSpc>
            </a:pPr>
            <a:r>
              <a:rPr lang="en-US" sz="3600" b="1" dirty="0">
                <a:solidFill>
                  <a:srgbClr val="000000"/>
                </a:solidFill>
                <a:latin typeface="Canva Sans Bold"/>
                <a:ea typeface="Canva Sans Bold"/>
                <a:cs typeface="Canva Sans Bold"/>
                <a:sym typeface="Canva Sans Bold"/>
              </a:rPr>
              <a:t>                                </a:t>
            </a:r>
            <a:r>
              <a:rPr lang="en-US" sz="1600" b="1" dirty="0">
                <a:solidFill>
                  <a:srgbClr val="000000"/>
                </a:solidFill>
                <a:latin typeface="Canva Sans Bold"/>
                <a:ea typeface="Canva Sans Bold"/>
                <a:cs typeface="Canva Sans Bold"/>
                <a:sym typeface="Canva Sans Bold"/>
              </a:rPr>
              <a:t>(Asso</a:t>
            </a:r>
            <a:r>
              <a:rPr lang="en-US" sz="1600" dirty="0">
                <a:solidFill>
                  <a:srgbClr val="000000"/>
                </a:solidFill>
                <a:latin typeface="Canva Sans Bold"/>
                <a:ea typeface="Canva Sans Bold"/>
                <a:cs typeface="Canva Sans Bold"/>
                <a:sym typeface="Canva Sans Bold"/>
              </a:rPr>
              <a:t>ciate professor)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1542095" y="691741"/>
            <a:ext cx="10896241" cy="8520742"/>
          </a:xfrm>
          <a:custGeom>
            <a:avLst/>
            <a:gdLst/>
            <a:ahLst/>
            <a:cxnLst/>
            <a:rect l="l" t="t" r="r" b="b"/>
            <a:pathLst>
              <a:path w="10896241" h="8520742">
                <a:moveTo>
                  <a:pt x="0" y="0"/>
                </a:moveTo>
                <a:lnTo>
                  <a:pt x="10896241" y="0"/>
                </a:lnTo>
                <a:lnTo>
                  <a:pt x="10896241" y="8520742"/>
                </a:lnTo>
                <a:lnTo>
                  <a:pt x="0" y="8520742"/>
                </a:lnTo>
                <a:lnTo>
                  <a:pt x="0" y="0"/>
                </a:lnTo>
                <a:close/>
              </a:path>
            </a:pathLst>
          </a:custGeom>
          <a:blipFill>
            <a:blip r:embed="rId2"/>
            <a:stretch>
              <a:fillRect t="-44260" b="-47677"/>
            </a:stretch>
          </a:blipFill>
        </p:spPr>
      </p:sp>
      <p:sp>
        <p:nvSpPr>
          <p:cNvPr id="3" name="TextBox 3"/>
          <p:cNvSpPr txBox="1"/>
          <p:nvPr/>
        </p:nvSpPr>
        <p:spPr>
          <a:xfrm>
            <a:off x="1232004" y="4280396"/>
            <a:ext cx="6108624" cy="1060451"/>
          </a:xfrm>
          <a:prstGeom prst="rect">
            <a:avLst/>
          </a:prstGeom>
        </p:spPr>
        <p:txBody>
          <a:bodyPr lIns="0" tIns="0" rIns="0" bIns="0" rtlCol="0" anchor="t">
            <a:spAutoFit/>
          </a:bodyPr>
          <a:lstStyle/>
          <a:p>
            <a:pPr marL="0" lvl="0" indent="0" algn="l">
              <a:lnSpc>
                <a:spcPts val="8000"/>
              </a:lnSpc>
              <a:spcBef>
                <a:spcPct val="0"/>
              </a:spcBef>
            </a:pPr>
            <a:r>
              <a:rPr lang="en-US" sz="8000" u="none" strike="noStrike">
                <a:solidFill>
                  <a:srgbClr val="1C3F60"/>
                </a:solidFill>
                <a:latin typeface="Inter"/>
                <a:ea typeface="Inter"/>
                <a:cs typeface="Inter"/>
                <a:sym typeface="Inter"/>
              </a:rPr>
              <a:t>Overview</a:t>
            </a:r>
          </a:p>
        </p:txBody>
      </p:sp>
      <p:sp>
        <p:nvSpPr>
          <p:cNvPr id="4" name="TextBox 4"/>
          <p:cNvSpPr txBox="1"/>
          <p:nvPr/>
        </p:nvSpPr>
        <p:spPr>
          <a:xfrm>
            <a:off x="10031101" y="3836590"/>
            <a:ext cx="3790125" cy="512445"/>
          </a:xfrm>
          <a:prstGeom prst="rect">
            <a:avLst/>
          </a:prstGeom>
        </p:spPr>
        <p:txBody>
          <a:bodyPr lIns="0" tIns="0" rIns="0" bIns="0" rtlCol="0" anchor="t">
            <a:spAutoFit/>
          </a:bodyPr>
          <a:lstStyle/>
          <a:p>
            <a:pPr algn="l">
              <a:lnSpc>
                <a:spcPts val="3960"/>
              </a:lnSpc>
            </a:pPr>
            <a:r>
              <a:rPr lang="en-US" sz="3600" b="1">
                <a:solidFill>
                  <a:srgbClr val="1C3F60"/>
                </a:solidFill>
                <a:latin typeface="Inter Bold"/>
                <a:ea typeface="Inter Bold"/>
                <a:cs typeface="Inter Bold"/>
                <a:sym typeface="Inter Bold"/>
              </a:rPr>
              <a:t>Abstract</a:t>
            </a:r>
          </a:p>
        </p:txBody>
      </p:sp>
      <p:sp>
        <p:nvSpPr>
          <p:cNvPr id="5" name="TextBox 5"/>
          <p:cNvSpPr txBox="1"/>
          <p:nvPr/>
        </p:nvSpPr>
        <p:spPr>
          <a:xfrm>
            <a:off x="10031101" y="5329977"/>
            <a:ext cx="3790125" cy="512445"/>
          </a:xfrm>
          <a:prstGeom prst="rect">
            <a:avLst/>
          </a:prstGeom>
        </p:spPr>
        <p:txBody>
          <a:bodyPr lIns="0" tIns="0" rIns="0" bIns="0" rtlCol="0" anchor="t">
            <a:spAutoFit/>
          </a:bodyPr>
          <a:lstStyle/>
          <a:p>
            <a:pPr algn="l">
              <a:lnSpc>
                <a:spcPts val="3960"/>
              </a:lnSpc>
            </a:pPr>
            <a:r>
              <a:rPr lang="en-US" sz="3600" b="1">
                <a:solidFill>
                  <a:srgbClr val="1C3F60"/>
                </a:solidFill>
                <a:latin typeface="Inter Bold"/>
                <a:ea typeface="Inter Bold"/>
                <a:cs typeface="Inter Bold"/>
                <a:sym typeface="Inter Bold"/>
              </a:rPr>
              <a:t>Introduction</a:t>
            </a:r>
          </a:p>
        </p:txBody>
      </p:sp>
      <p:sp>
        <p:nvSpPr>
          <p:cNvPr id="6" name="TextBox 6"/>
          <p:cNvSpPr txBox="1"/>
          <p:nvPr/>
        </p:nvSpPr>
        <p:spPr>
          <a:xfrm>
            <a:off x="9144000" y="3861355"/>
            <a:ext cx="1110770" cy="491490"/>
          </a:xfrm>
          <a:prstGeom prst="rect">
            <a:avLst/>
          </a:prstGeom>
        </p:spPr>
        <p:txBody>
          <a:bodyPr lIns="0" tIns="0" rIns="0" bIns="0" rtlCol="0" anchor="t">
            <a:spAutoFit/>
          </a:bodyPr>
          <a:lstStyle/>
          <a:p>
            <a:pPr algn="just">
              <a:lnSpc>
                <a:spcPts val="3600"/>
              </a:lnSpc>
            </a:pPr>
            <a:r>
              <a:rPr lang="en-US" sz="3600">
                <a:solidFill>
                  <a:srgbClr val="1C3F60"/>
                </a:solidFill>
                <a:latin typeface="Inter"/>
                <a:ea typeface="Inter"/>
                <a:cs typeface="Inter"/>
                <a:sym typeface="Inter"/>
              </a:rPr>
              <a:t>01</a:t>
            </a:r>
          </a:p>
        </p:txBody>
      </p:sp>
      <p:sp>
        <p:nvSpPr>
          <p:cNvPr id="7" name="TextBox 7"/>
          <p:cNvSpPr txBox="1"/>
          <p:nvPr/>
        </p:nvSpPr>
        <p:spPr>
          <a:xfrm>
            <a:off x="9144000" y="5354742"/>
            <a:ext cx="1110770" cy="491490"/>
          </a:xfrm>
          <a:prstGeom prst="rect">
            <a:avLst/>
          </a:prstGeom>
        </p:spPr>
        <p:txBody>
          <a:bodyPr lIns="0" tIns="0" rIns="0" bIns="0" rtlCol="0" anchor="t">
            <a:spAutoFit/>
          </a:bodyPr>
          <a:lstStyle/>
          <a:p>
            <a:pPr marL="0" lvl="0" indent="0" algn="just">
              <a:lnSpc>
                <a:spcPts val="3600"/>
              </a:lnSpc>
              <a:spcBef>
                <a:spcPct val="0"/>
              </a:spcBef>
            </a:pPr>
            <a:r>
              <a:rPr lang="en-US" sz="3600" u="none" strike="noStrike">
                <a:solidFill>
                  <a:srgbClr val="1C3F60"/>
                </a:solidFill>
                <a:latin typeface="Inter"/>
                <a:ea typeface="Inter"/>
                <a:cs typeface="Inter"/>
                <a:sym typeface="Inter"/>
              </a:rPr>
              <a:t>02</a:t>
            </a:r>
          </a:p>
        </p:txBody>
      </p:sp>
      <p:sp>
        <p:nvSpPr>
          <p:cNvPr id="8" name="AutoShape 8"/>
          <p:cNvSpPr/>
          <p:nvPr/>
        </p:nvSpPr>
        <p:spPr>
          <a:xfrm>
            <a:off x="1232004" y="5409035"/>
            <a:ext cx="4335926" cy="0"/>
          </a:xfrm>
          <a:prstGeom prst="line">
            <a:avLst/>
          </a:prstGeom>
          <a:ln w="38100" cap="flat">
            <a:solidFill>
              <a:srgbClr val="345C72">
                <a:alpha val="60000"/>
              </a:srgbClr>
            </a:solidFill>
            <a:prstDash val="solid"/>
            <a:headEnd type="none" w="sm" len="sm"/>
            <a:tailEnd type="none" w="sm" len="sm"/>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53534" y="749169"/>
            <a:ext cx="9208615" cy="1060451"/>
          </a:xfrm>
          <a:prstGeom prst="rect">
            <a:avLst/>
          </a:prstGeom>
        </p:spPr>
        <p:txBody>
          <a:bodyPr lIns="0" tIns="0" rIns="0" bIns="0" rtlCol="0" anchor="t">
            <a:spAutoFit/>
          </a:bodyPr>
          <a:lstStyle/>
          <a:p>
            <a:pPr marL="0" lvl="0" indent="0" algn="l">
              <a:lnSpc>
                <a:spcPts val="8000"/>
              </a:lnSpc>
              <a:spcBef>
                <a:spcPct val="0"/>
              </a:spcBef>
            </a:pPr>
            <a:r>
              <a:rPr lang="en-US" sz="8000" dirty="0">
                <a:solidFill>
                  <a:srgbClr val="1C3F60"/>
                </a:solidFill>
                <a:latin typeface="Inter"/>
                <a:ea typeface="Inter"/>
                <a:cs typeface="Inter"/>
                <a:sym typeface="Inter"/>
              </a:rPr>
              <a:t>Abstract</a:t>
            </a:r>
          </a:p>
        </p:txBody>
      </p:sp>
      <p:sp>
        <p:nvSpPr>
          <p:cNvPr id="3" name="AutoShape 3"/>
          <p:cNvSpPr/>
          <p:nvPr/>
        </p:nvSpPr>
        <p:spPr>
          <a:xfrm flipV="1">
            <a:off x="753534" y="1828670"/>
            <a:ext cx="8335753" cy="0"/>
          </a:xfrm>
          <a:prstGeom prst="line">
            <a:avLst/>
          </a:prstGeom>
          <a:ln w="38100" cap="flat">
            <a:solidFill>
              <a:srgbClr val="345C72">
                <a:alpha val="60000"/>
              </a:srgbClr>
            </a:solidFill>
            <a:prstDash val="solid"/>
            <a:headEnd type="none" w="sm" len="sm"/>
            <a:tailEnd type="none" w="sm" len="sm"/>
          </a:ln>
        </p:spPr>
      </p:sp>
      <p:sp>
        <p:nvSpPr>
          <p:cNvPr id="4" name="TextBox 4"/>
          <p:cNvSpPr txBox="1"/>
          <p:nvPr/>
        </p:nvSpPr>
        <p:spPr>
          <a:xfrm>
            <a:off x="1028700" y="2178319"/>
            <a:ext cx="16192500" cy="7828361"/>
          </a:xfrm>
          <a:prstGeom prst="rect">
            <a:avLst/>
          </a:prstGeom>
        </p:spPr>
        <p:txBody>
          <a:bodyPr wrap="square" lIns="0" tIns="0" rIns="0" bIns="0" rtlCol="0" anchor="t">
            <a:spAutoFit/>
          </a:bodyPr>
          <a:lstStyle/>
          <a:p>
            <a:pPr algn="just"/>
            <a:r>
              <a:rPr lang="en-IN" sz="2800" b="1" dirty="0"/>
              <a:t>            </a:t>
            </a:r>
            <a:r>
              <a:rPr lang="en-IN" sz="2800" b="1" dirty="0" err="1"/>
              <a:t>FlowSight</a:t>
            </a:r>
            <a:r>
              <a:rPr lang="en-IN" sz="2800" b="1" dirty="0"/>
              <a:t>: A Real-Time Data Engineering Pipeline for Traffic Analytics</a:t>
            </a:r>
            <a:r>
              <a:rPr lang="en-IN" sz="2800" dirty="0"/>
              <a:t> is a Data Engineering project designed to collect, stream, process, store, and </a:t>
            </a:r>
            <a:r>
              <a:rPr lang="en-IN" sz="2800" dirty="0" err="1"/>
              <a:t>analyze</a:t>
            </a:r>
            <a:r>
              <a:rPr lang="en-IN" sz="2800" dirty="0"/>
              <a:t> continuously generated traffic data. The system uses a Python-based traffic sensor simulator to generate realistic traffic events containing sensor ID, road name, timestamp, vehicle count, and average speed. These events are </a:t>
            </a:r>
            <a:r>
              <a:rPr lang="en-IN" sz="2800" b="1" dirty="0"/>
              <a:t>streamed in real time </a:t>
            </a:r>
            <a:r>
              <a:rPr lang="en-IN" sz="2800" dirty="0"/>
              <a:t>using </a:t>
            </a:r>
            <a:r>
              <a:rPr lang="en-IN" sz="2800" b="1" dirty="0"/>
              <a:t>Apache Kafka</a:t>
            </a:r>
            <a:r>
              <a:rPr lang="en-IN" sz="2800" dirty="0"/>
              <a:t>, which acts as the </a:t>
            </a:r>
            <a:r>
              <a:rPr lang="en-IN" sz="2800" b="1" dirty="0"/>
              <a:t>data ingestion and streaming layer</a:t>
            </a:r>
            <a:r>
              <a:rPr lang="en-IN" sz="2800" dirty="0"/>
              <a:t>. The incoming data is validated to identify missing, duplicate, or invalid records and is then transformed into a consistent, analytics-ready format. Additional information such as hour, day, weekday, and congestion level can be derived from the raw traffic readings. This approach demonstrates how raw and continuously arriving data can be converted into reliable structured information through an automated data pipeline.</a:t>
            </a:r>
          </a:p>
          <a:p>
            <a:pPr algn="just"/>
            <a:r>
              <a:rPr lang="en-IN" sz="2800" dirty="0"/>
              <a:t>The </a:t>
            </a:r>
            <a:r>
              <a:rPr lang="en-IN" sz="2800" b="1" dirty="0"/>
              <a:t>processed traffic data is stored </a:t>
            </a:r>
            <a:r>
              <a:rPr lang="en-IN" sz="2800" dirty="0"/>
              <a:t>in </a:t>
            </a:r>
            <a:r>
              <a:rPr lang="en-IN" sz="2800" b="1" dirty="0"/>
              <a:t>PostgreSQL</a:t>
            </a:r>
            <a:r>
              <a:rPr lang="en-IN" sz="2800" dirty="0"/>
              <a:t> for persistent and historical analysis. </a:t>
            </a:r>
            <a:r>
              <a:rPr lang="en-IN" sz="2800" b="1" dirty="0"/>
              <a:t>SQL</a:t>
            </a:r>
            <a:r>
              <a:rPr lang="en-IN" sz="2800" dirty="0"/>
              <a:t> is used to </a:t>
            </a:r>
            <a:r>
              <a:rPr lang="en-IN" sz="2800" b="1" dirty="0"/>
              <a:t>calculate important traffic metrics such as vehicle volume</a:t>
            </a:r>
            <a:r>
              <a:rPr lang="en-IN" sz="2800" dirty="0"/>
              <a:t>, average speed, peak traffic hours, and congested roads. The </a:t>
            </a:r>
            <a:r>
              <a:rPr lang="en-IN" sz="2800" b="1" dirty="0"/>
              <a:t>results can then be presented </a:t>
            </a:r>
            <a:r>
              <a:rPr lang="en-IN" sz="2800" dirty="0"/>
              <a:t>through </a:t>
            </a:r>
            <a:r>
              <a:rPr lang="en-IN" sz="2800" b="1" dirty="0"/>
              <a:t>Power BI dashboards</a:t>
            </a:r>
            <a:r>
              <a:rPr lang="en-IN" sz="2800" dirty="0"/>
              <a:t>, allowing users to understand traffic patterns and compare road conditions easily. The main objective of </a:t>
            </a:r>
            <a:r>
              <a:rPr lang="en-IN" sz="2800" dirty="0" err="1"/>
              <a:t>FlowSight</a:t>
            </a:r>
            <a:r>
              <a:rPr lang="en-IN" sz="2800" dirty="0"/>
              <a:t> is to demonstrate the </a:t>
            </a:r>
            <a:r>
              <a:rPr lang="en-IN" sz="2800" b="1" dirty="0"/>
              <a:t>Fundamentals of Data Engineering lifecycle</a:t>
            </a:r>
            <a:r>
              <a:rPr lang="en-IN" sz="2800" dirty="0"/>
              <a:t>, </a:t>
            </a:r>
            <a:r>
              <a:rPr lang="en-IN" sz="2800" b="1" dirty="0"/>
              <a:t>including data generation, real-time ingestion, streaming, data validation, transformation, storage, aggregation, analytics, and visualization</a:t>
            </a:r>
            <a:r>
              <a:rPr lang="en-IN" sz="2800" dirty="0"/>
              <a:t>. The project provides a practical example of how Data Engineering technologies can work together to transform continuous raw traffic data into meaningful, trustworthy, and analytics-ready information.</a:t>
            </a:r>
          </a:p>
          <a:p>
            <a:pPr algn="l">
              <a:lnSpc>
                <a:spcPts val="4200"/>
              </a:lnSpc>
            </a:pPr>
            <a:endParaRPr lang="en-US" sz="3000" dirty="0">
              <a:solidFill>
                <a:srgbClr val="1C3F60"/>
              </a:solidFill>
              <a:latin typeface="Canva Sans"/>
              <a:ea typeface="Canva Sans"/>
              <a:cs typeface="Canva Sans"/>
              <a:sym typeface="Canva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09993" y="574675"/>
            <a:ext cx="9208615" cy="1060451"/>
          </a:xfrm>
          <a:prstGeom prst="rect">
            <a:avLst/>
          </a:prstGeom>
        </p:spPr>
        <p:txBody>
          <a:bodyPr lIns="0" tIns="0" rIns="0" bIns="0" rtlCol="0" anchor="t">
            <a:spAutoFit/>
          </a:bodyPr>
          <a:lstStyle/>
          <a:p>
            <a:pPr marL="0" lvl="0" indent="0" algn="l">
              <a:lnSpc>
                <a:spcPts val="8000"/>
              </a:lnSpc>
              <a:spcBef>
                <a:spcPct val="0"/>
              </a:spcBef>
            </a:pPr>
            <a:r>
              <a:rPr lang="en-US" sz="8000">
                <a:solidFill>
                  <a:srgbClr val="1C3F60"/>
                </a:solidFill>
                <a:latin typeface="Inter"/>
                <a:ea typeface="Inter"/>
                <a:cs typeface="Inter"/>
                <a:sym typeface="Inter"/>
              </a:rPr>
              <a:t>Introduction</a:t>
            </a:r>
          </a:p>
        </p:txBody>
      </p:sp>
      <p:sp>
        <p:nvSpPr>
          <p:cNvPr id="3" name="AutoShape 3"/>
          <p:cNvSpPr/>
          <p:nvPr/>
        </p:nvSpPr>
        <p:spPr>
          <a:xfrm flipV="1">
            <a:off x="753534" y="1654175"/>
            <a:ext cx="8335753" cy="0"/>
          </a:xfrm>
          <a:prstGeom prst="line">
            <a:avLst/>
          </a:prstGeom>
          <a:ln w="38100" cap="flat">
            <a:solidFill>
              <a:srgbClr val="345C72">
                <a:alpha val="60000"/>
              </a:srgbClr>
            </a:solidFill>
            <a:prstDash val="solid"/>
            <a:headEnd type="none" w="sm" len="sm"/>
            <a:tailEnd type="none" w="sm" len="sm"/>
          </a:ln>
        </p:spPr>
      </p:sp>
      <p:sp>
        <p:nvSpPr>
          <p:cNvPr id="4" name="TextBox 4"/>
          <p:cNvSpPr txBox="1"/>
          <p:nvPr/>
        </p:nvSpPr>
        <p:spPr>
          <a:xfrm>
            <a:off x="606861" y="1790700"/>
            <a:ext cx="16278428" cy="9502601"/>
          </a:xfrm>
          <a:prstGeom prst="rect">
            <a:avLst/>
          </a:prstGeom>
        </p:spPr>
        <p:txBody>
          <a:bodyPr lIns="0" tIns="0" rIns="0" bIns="0" rtlCol="0" anchor="t">
            <a:spAutoFit/>
          </a:bodyPr>
          <a:lstStyle/>
          <a:p>
            <a:pPr algn="just"/>
            <a:r>
              <a:rPr lang="en-IN" sz="3200" dirty="0"/>
              <a:t>                  </a:t>
            </a:r>
            <a:r>
              <a:rPr lang="en-US" sz="3200" dirty="0"/>
              <a:t>In today’s data-driven environment, cities and transportation systems can generate large volumes of traffic information from sensors and monitoring systems. Traffic data may include vehicle counts, average speed, road identifiers, timestamps, and other operational measurements. As the number of sensors and frequency of readings increase, raw traffic data becomes difficult to manage and analyze manually.</a:t>
            </a:r>
          </a:p>
          <a:p>
            <a:pPr algn="just">
              <a:spcBef>
                <a:spcPts val="500"/>
              </a:spcBef>
              <a:defRPr sz="1230">
                <a:solidFill>
                  <a:srgbClr val="1C222A"/>
                </a:solidFill>
              </a:defRPr>
            </a:pPr>
            <a:r>
              <a:rPr lang="en-US" sz="3200" dirty="0" err="1"/>
              <a:t>FlowSight</a:t>
            </a:r>
            <a:r>
              <a:rPr lang="en-US" sz="3200" dirty="0"/>
              <a:t> automates collection, streaming, validation, transformation </a:t>
            </a:r>
          </a:p>
          <a:p>
            <a:pPr algn="just">
              <a:spcBef>
                <a:spcPts val="500"/>
              </a:spcBef>
              <a:defRPr sz="1230">
                <a:solidFill>
                  <a:srgbClr val="1C222A"/>
                </a:solidFill>
              </a:defRPr>
            </a:pPr>
            <a:r>
              <a:rPr lang="en-US" sz="3200" dirty="0"/>
              <a:t>and storage of traffic data, then converts it into useful analytics for </a:t>
            </a:r>
          </a:p>
          <a:p>
            <a:pPr algn="just">
              <a:spcBef>
                <a:spcPts val="500"/>
              </a:spcBef>
              <a:defRPr sz="1230">
                <a:solidFill>
                  <a:srgbClr val="1C222A"/>
                </a:solidFill>
              </a:defRPr>
            </a:pPr>
            <a:r>
              <a:rPr lang="en-US" sz="3200" dirty="0"/>
              <a:t>congestion and traffic-pattern analysis.so,</a:t>
            </a:r>
          </a:p>
          <a:p>
            <a:pPr algn="just"/>
            <a:r>
              <a:rPr lang="en-US" sz="3200" dirty="0"/>
              <a:t>  </a:t>
            </a:r>
            <a:r>
              <a:rPr lang="en-IN" sz="3200" dirty="0"/>
              <a:t>Data Engineering provides the processes and technologies required to collect, ingest, validate, transform, store, and organize this data into reliable information. </a:t>
            </a:r>
            <a:r>
              <a:rPr lang="en-IN" sz="3200" dirty="0" err="1"/>
              <a:t>FlowSight</a:t>
            </a:r>
            <a:r>
              <a:rPr lang="en-IN" sz="3200" dirty="0"/>
              <a:t> applies these principles to a traffic analytics scenario. A Python simulator represents virtual traffic sensors, Apache Kafka provides real-time streaming, PostgreSQL provides persistent storage, and SQL supports analytical queries.</a:t>
            </a:r>
          </a:p>
          <a:p>
            <a:pPr algn="just"/>
            <a:r>
              <a:rPr lang="en-US" sz="3200" dirty="0"/>
              <a:t>The project focuses on building the data pipeline rather than directly controlling traffic signals or predicting traffic using machine learning. Its purpose is to demonstrate how continuous raw events can be converted into clean, structured, analytics-ready data that can support understanding of congestion patterns, peak hours, road performance, and historical traffic trends.</a:t>
            </a:r>
          </a:p>
          <a:p>
            <a:endParaRPr lang="en-US" sz="3200" dirty="0"/>
          </a:p>
          <a:p>
            <a:endParaRPr lang="en-US" sz="2900" dirty="0">
              <a:solidFill>
                <a:srgbClr val="1C3F60"/>
              </a:solidFill>
              <a:latin typeface="Canva Sans"/>
              <a:ea typeface="Canva Sans"/>
              <a:cs typeface="Canva Sans"/>
              <a:sym typeface="Canva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9222" r="-9222"/>
            </a:stretch>
          </a:blipFill>
        </p:spPr>
      </p:sp>
      <p:sp>
        <p:nvSpPr>
          <p:cNvPr id="3" name="AutoShape 3"/>
          <p:cNvSpPr/>
          <p:nvPr/>
        </p:nvSpPr>
        <p:spPr>
          <a:xfrm>
            <a:off x="4535422" y="6406057"/>
            <a:ext cx="9217156" cy="0"/>
          </a:xfrm>
          <a:prstGeom prst="line">
            <a:avLst/>
          </a:prstGeom>
          <a:ln w="38100" cap="flat">
            <a:solidFill>
              <a:srgbClr val="345C72">
                <a:alpha val="60000"/>
              </a:srgbClr>
            </a:solidFill>
            <a:prstDash val="solid"/>
            <a:headEnd type="none" w="sm" len="sm"/>
            <a:tailEnd type="none" w="sm" len="sm"/>
          </a:ln>
        </p:spPr>
      </p:sp>
      <p:sp>
        <p:nvSpPr>
          <p:cNvPr id="4" name="TextBox 4"/>
          <p:cNvSpPr txBox="1"/>
          <p:nvPr/>
        </p:nvSpPr>
        <p:spPr>
          <a:xfrm>
            <a:off x="1302355" y="4128593"/>
            <a:ext cx="15683290" cy="1928590"/>
          </a:xfrm>
          <a:prstGeom prst="rect">
            <a:avLst/>
          </a:prstGeom>
        </p:spPr>
        <p:txBody>
          <a:bodyPr lIns="0" tIns="0" rIns="0" bIns="0" rtlCol="0" anchor="t">
            <a:spAutoFit/>
          </a:bodyPr>
          <a:lstStyle/>
          <a:p>
            <a:pPr algn="ctr">
              <a:lnSpc>
                <a:spcPts val="14428"/>
              </a:lnSpc>
            </a:pPr>
            <a:r>
              <a:rPr lang="en-US" sz="14428" b="1">
                <a:solidFill>
                  <a:srgbClr val="1C3F60"/>
                </a:solidFill>
                <a:latin typeface="Inter Medium"/>
                <a:ea typeface="Inter Medium"/>
                <a:cs typeface="Inter Medium"/>
                <a:sym typeface="Inter Medium"/>
              </a:rPr>
              <a:t>Thank You</a:t>
            </a:r>
          </a:p>
        </p:txBody>
      </p:sp>
    </p:spTree>
  </p:cSld>
  <p:clrMapOvr>
    <a:masterClrMapping/>
  </p:clrMapOvr>
</p:sld>
</file>

<file path=ppt/theme/theme1.xml><?xml version="1.0" encoding="utf-8"?>
<a:theme xmlns:a="http://schemas.openxmlformats.org/drawingml/2006/main" name="Archway">
  <a:themeElements>
    <a:clrScheme name="Archway">
      <a:dk1>
        <a:sysClr val="windowText" lastClr="000000"/>
      </a:dk1>
      <a:lt1>
        <a:sysClr val="window" lastClr="FFFFFF"/>
      </a:lt1>
      <a:dk2>
        <a:srgbClr val="424C4E"/>
      </a:dk2>
      <a:lt2>
        <a:srgbClr val="EDE9E7"/>
      </a:lt2>
      <a:accent1>
        <a:srgbClr val="9FA597"/>
      </a:accent1>
      <a:accent2>
        <a:srgbClr val="AEA67E"/>
      </a:accent2>
      <a:accent3>
        <a:srgbClr val="957D71"/>
      </a:accent3>
      <a:accent4>
        <a:srgbClr val="C88769"/>
      </a:accent4>
      <a:accent5>
        <a:srgbClr val="97A4AA"/>
      </a:accent5>
      <a:accent6>
        <a:srgbClr val="9FA4A5"/>
      </a:accent6>
      <a:hlink>
        <a:srgbClr val="8C9484"/>
      </a:hlink>
      <a:folHlink>
        <a:srgbClr val="C17957"/>
      </a:folHlink>
    </a:clrScheme>
    <a:fontScheme name="Archway">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 id="{CCBE687C-D9F1-4254-B066-5079611C2397}" vid="{9D57D580-D4A7-454F-BF49-8DDDB4A8185C}"/>
    </a:ext>
  </a:extLst>
</a:theme>
</file>

<file path=docProps/app.xml><?xml version="1.0" encoding="utf-8"?>
<Properties xmlns="http://schemas.openxmlformats.org/officeDocument/2006/extended-properties" xmlns:vt="http://schemas.openxmlformats.org/officeDocument/2006/docPropsVTypes">
  <Template>Archway</Template>
  <TotalTime>44</TotalTime>
  <Words>554</Words>
  <Application>Microsoft Office PowerPoint</Application>
  <PresentationFormat>Custom</PresentationFormat>
  <Paragraphs>33</Paragraphs>
  <Slides>5</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vt:i4>
      </vt:variant>
    </vt:vector>
  </HeadingPairs>
  <TitlesOfParts>
    <vt:vector size="16" baseType="lpstr">
      <vt:lpstr>Goudy Old Style</vt:lpstr>
      <vt:lpstr>Lato Bold</vt:lpstr>
      <vt:lpstr>Inter Medium</vt:lpstr>
      <vt:lpstr>Inter Bold</vt:lpstr>
      <vt:lpstr>Lato</vt:lpstr>
      <vt:lpstr>Felix Titling</vt:lpstr>
      <vt:lpstr>Inter</vt:lpstr>
      <vt:lpstr>Arial</vt:lpstr>
      <vt:lpstr>Canva Sans</vt:lpstr>
      <vt:lpstr>Canva Sans Bold</vt:lpstr>
      <vt:lpstr>Archway</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InsightEngine: An End-to-End Data Engineering Platform for Business Intelligence</dc:title>
  <dc:creator>Nandini Jarugula</dc:creator>
  <cp:lastModifiedBy>Nandini Jarugula</cp:lastModifiedBy>
  <cp:revision>8</cp:revision>
  <dcterms:created xsi:type="dcterms:W3CDTF">2006-08-16T00:00:00Z</dcterms:created>
  <dcterms:modified xsi:type="dcterms:W3CDTF">2026-08-19T03:21:12Z</dcterms:modified>
  <dc:identifier>DAHRn4my9Xo</dc:identifier>
</cp:coreProperties>
</file>